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00" autoAdjust="0"/>
    <p:restoredTop sz="94660"/>
  </p:normalViewPr>
  <p:slideViewPr>
    <p:cSldViewPr snapToGrid="0">
      <p:cViewPr varScale="1">
        <p:scale>
          <a:sx n="95" d="100"/>
          <a:sy n="95" d="100"/>
        </p:scale>
        <p:origin x="206" y="8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tableStyles" Target="tableStyle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3" name=""/>
        <p:cNvGrpSpPr/>
        <p:nvPr/>
      </p:nvGrpSpPr>
      <p:grpSpPr>
        <a:xfrm>
          <a:off x="0" y="0"/>
          <a:ext cx="0" cy="0"/>
          <a:chOff x="0" y="0"/>
          <a:chExt cx="0" cy="0"/>
        </a:xfrm>
      </p:grpSpPr>
      <p:sp>
        <p:nvSpPr>
          <p:cNvPr id="104871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1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1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1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1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1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29" name=""/>
        <p:cNvGrpSpPr/>
        <p:nvPr/>
      </p:nvGrpSpPr>
      <p:grpSpPr>
        <a:xfrm>
          <a:off x="0" y="0"/>
          <a:ext cx="0" cy="0"/>
          <a:chOff x="0" y="0"/>
          <a:chExt cx="0" cy="0"/>
        </a:xfrm>
      </p:grpSpPr>
      <p:grpSp>
        <p:nvGrpSpPr>
          <p:cNvPr id="30" name="Group 15"/>
          <p:cNvGrpSpPr/>
          <p:nvPr/>
        </p:nvGrpSpPr>
        <p:grpSpPr>
          <a:xfrm>
            <a:off x="0" y="-8467"/>
            <a:ext cx="12192000" cy="6866467"/>
            <a:chOff x="0" y="-8467"/>
            <a:chExt cx="12192000" cy="6866467"/>
          </a:xfrm>
        </p:grpSpPr>
        <p:sp>
          <p:nvSpPr>
            <p:cNvPr id="1048589" name="Freeform 14"/>
            <p:cNvSpPr/>
            <p:nvPr/>
          </p:nvSpPr>
          <p:spPr>
            <a:xfrm>
              <a:off x="0" y="-7862"/>
              <a:ext cx="863600" cy="5698067"/>
            </a:xfrm>
            <a:custGeom>
              <a:avLst/>
              <a:ah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3145730" name="Straight Connector 18"/>
            <p:cNvCxnSpPr>
              <a:cxnSpLocks/>
            </p:cNvCxnSpPr>
            <p:nvPr/>
          </p:nvCxnSpPr>
          <p:spPr>
            <a:xfrm>
              <a:off x="9371012" y="0"/>
              <a:ext cx="1219200" cy="6858000"/>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31" name="Straight Connector 19"/>
            <p:cNvCxnSpPr>
              <a:cxnSpLocks/>
            </p:cNvCxnSpPr>
            <p:nvPr/>
          </p:nvCxnSpPr>
          <p:spPr>
            <a:xfrm flipH="1">
              <a:off x="7425267" y="3681413"/>
              <a:ext cx="4763558" cy="3176587"/>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590" name="Rectangle 23"/>
            <p:cNvSpPr/>
            <p:nvPr/>
          </p:nvSpPr>
          <p:spPr>
            <a:xfrm>
              <a:off x="9181476" y="-8467"/>
              <a:ext cx="3007349" cy="6866467"/>
            </a:xfrm>
            <a:custGeom>
              <a:avLst/>
              <a:ah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1" name="Rectangle 25"/>
            <p:cNvSpPr/>
            <p:nvPr/>
          </p:nvSpPr>
          <p:spPr>
            <a:xfrm>
              <a:off x="9603442" y="-8467"/>
              <a:ext cx="2588558" cy="6866467"/>
            </a:xfrm>
            <a:custGeom>
              <a:avLst/>
              <a:ah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2"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3" name="Rectangle 27"/>
            <p:cNvSpPr/>
            <p:nvPr/>
          </p:nvSpPr>
          <p:spPr>
            <a:xfrm>
              <a:off x="9334500" y="-8467"/>
              <a:ext cx="2854326" cy="6866467"/>
            </a:xfrm>
            <a:custGeom>
              <a:avLst/>
              <a:ah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4" name="Rectangle 28"/>
            <p:cNvSpPr/>
            <p:nvPr/>
          </p:nvSpPr>
          <p:spPr>
            <a:xfrm>
              <a:off x="10898730" y="-8467"/>
              <a:ext cx="1290094" cy="6866467"/>
            </a:xfrm>
            <a:custGeom>
              <a:avLst/>
              <a:ah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5" name="Rectangle 29"/>
            <p:cNvSpPr/>
            <p:nvPr/>
          </p:nvSpPr>
          <p:spPr>
            <a:xfrm>
              <a:off x="10938999" y="-8467"/>
              <a:ext cx="1249825" cy="6866467"/>
            </a:xfrm>
            <a:custGeom>
              <a:avLst/>
              <a:ah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96"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48597"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dirty="0" lang="en-US"/>
          </a:p>
        </p:txBody>
      </p:sp>
      <p:sp>
        <p:nvSpPr>
          <p:cNvPr id="1048598" name="Subtitle 2"/>
          <p:cNvSpPr>
            <a:spLocks noGrp="1"/>
          </p:cNvSpPr>
          <p:nvPr>
            <p:ph type="subTitle" idx="1"/>
          </p:nvPr>
        </p:nvSpPr>
        <p:spPr>
          <a:xfrm>
            <a:off x="1507067" y="4050833"/>
            <a:ext cx="7766936" cy="1096899"/>
          </a:xfrm>
        </p:spPr>
        <p:txBody>
          <a:bodyPr anchor="t"/>
          <a:lstStyle>
            <a:lvl1pPr algn="r" indent="0" marL="0">
              <a:buNone/>
              <a:defRPr>
                <a:solidFill>
                  <a:schemeClr val="tx1">
                    <a:lumMod val="50000"/>
                    <a:lumOff val="50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endParaRPr dirty="0" lang="en-US"/>
          </a:p>
        </p:txBody>
      </p:sp>
      <p:sp>
        <p:nvSpPr>
          <p:cNvPr id="1048599"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00" name="Footer Placeholder 4"/>
          <p:cNvSpPr>
            <a:spLocks noGrp="1"/>
          </p:cNvSpPr>
          <p:nvPr>
            <p:ph type="ftr" sz="quarter" idx="11"/>
          </p:nvPr>
        </p:nvSpPr>
        <p:spPr/>
        <p:txBody>
          <a:bodyPr/>
          <a:p>
            <a:endParaRPr lang="en-US"/>
          </a:p>
        </p:txBody>
      </p:sp>
      <p:sp>
        <p:nvSpPr>
          <p:cNvPr id="1048601"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5" name=""/>
        <p:cNvGrpSpPr/>
        <p:nvPr/>
      </p:nvGrpSpPr>
      <p:grpSpPr>
        <a:xfrm>
          <a:off x="0" y="0"/>
          <a:ext cx="0" cy="0"/>
          <a:chOff x="0" y="0"/>
          <a:chExt cx="0" cy="0"/>
        </a:xfrm>
      </p:grpSpPr>
      <p:sp>
        <p:nvSpPr>
          <p:cNvPr id="1048605" name="Title 1"/>
          <p:cNvSpPr>
            <a:spLocks noGrp="1"/>
          </p:cNvSpPr>
          <p:nvPr>
            <p:ph type="title"/>
          </p:nvPr>
        </p:nvSpPr>
        <p:spPr/>
        <p:txBody>
          <a:bodyPr/>
          <a:p>
            <a:r>
              <a:rPr lang="en-US"/>
              <a:t>Click to edit Master title style</a:t>
            </a:r>
            <a:endParaRPr dirty="0" lang="en-US"/>
          </a:p>
        </p:txBody>
      </p:sp>
      <p:sp>
        <p:nvSpPr>
          <p:cNvPr id="1048606"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07"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08" name="Footer Placeholder 4"/>
          <p:cNvSpPr>
            <a:spLocks noGrp="1"/>
          </p:cNvSpPr>
          <p:nvPr>
            <p:ph type="ftr" sz="quarter" idx="11"/>
          </p:nvPr>
        </p:nvSpPr>
        <p:spPr/>
        <p:txBody>
          <a:bodyPr/>
          <a:p>
            <a:endParaRPr lang="en-US"/>
          </a:p>
        </p:txBody>
      </p:sp>
      <p:sp>
        <p:nvSpPr>
          <p:cNvPr id="1048609"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3" name=""/>
        <p:cNvGrpSpPr/>
        <p:nvPr/>
      </p:nvGrpSpPr>
      <p:grpSpPr>
        <a:xfrm>
          <a:off x="0" y="0"/>
          <a:ext cx="0" cy="0"/>
          <a:chOff x="0" y="0"/>
          <a:chExt cx="0" cy="0"/>
        </a:xfrm>
      </p:grpSpPr>
      <p:sp>
        <p:nvSpPr>
          <p:cNvPr id="1048662" name="Title 1"/>
          <p:cNvSpPr>
            <a:spLocks noGrp="1"/>
          </p:cNvSpPr>
          <p:nvPr>
            <p:ph type="title"/>
          </p:nvPr>
        </p:nvSpPr>
        <p:spPr>
          <a:xfrm>
            <a:off x="677335" y="2700867"/>
            <a:ext cx="8596668" cy="1826581"/>
          </a:xfrm>
        </p:spPr>
        <p:txBody>
          <a:bodyPr anchor="b"/>
          <a:lstStyle>
            <a:lvl1pPr algn="l">
              <a:defRPr b="0" cap="none" sz="4000"/>
            </a:lvl1pPr>
          </a:lstStyle>
          <a:p>
            <a:r>
              <a:rPr lang="en-US"/>
              <a:t>Click to edit Master title style</a:t>
            </a:r>
            <a:endParaRPr dirty="0" lang="en-US"/>
          </a:p>
        </p:txBody>
      </p:sp>
      <p:sp>
        <p:nvSpPr>
          <p:cNvPr id="1048663" name="Text Placeholder 2"/>
          <p:cNvSpPr>
            <a:spLocks noGrp="1"/>
          </p:cNvSpPr>
          <p:nvPr>
            <p:ph type="body" idx="1"/>
          </p:nvPr>
        </p:nvSpPr>
        <p:spPr>
          <a:xfrm>
            <a:off x="677335" y="4527448"/>
            <a:ext cx="8596668" cy="860400"/>
          </a:xfrm>
        </p:spPr>
        <p:txBody>
          <a:bodyPr anchor="t"/>
          <a:lstStyle>
            <a:lvl1pPr algn="l" indent="0" marL="0">
              <a:buNone/>
              <a:defRPr sz="20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64"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65" name="Footer Placeholder 4"/>
          <p:cNvSpPr>
            <a:spLocks noGrp="1"/>
          </p:cNvSpPr>
          <p:nvPr>
            <p:ph type="ftr" sz="quarter" idx="11"/>
          </p:nvPr>
        </p:nvSpPr>
        <p:spPr/>
        <p:txBody>
          <a:bodyPr/>
          <a:p>
            <a:endParaRPr lang="en-US"/>
          </a:p>
        </p:txBody>
      </p:sp>
      <p:sp>
        <p:nvSpPr>
          <p:cNvPr id="1048666"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8" name=""/>
        <p:cNvGrpSpPr/>
        <p:nvPr/>
      </p:nvGrpSpPr>
      <p:grpSpPr>
        <a:xfrm>
          <a:off x="0" y="0"/>
          <a:ext cx="0" cy="0"/>
          <a:chOff x="0" y="0"/>
          <a:chExt cx="0" cy="0"/>
        </a:xfrm>
      </p:grpSpPr>
      <p:sp>
        <p:nvSpPr>
          <p:cNvPr id="1048688" name="Title 1"/>
          <p:cNvSpPr>
            <a:spLocks noGrp="1"/>
          </p:cNvSpPr>
          <p:nvPr>
            <p:ph type="title"/>
          </p:nvPr>
        </p:nvSpPr>
        <p:spPr/>
        <p:txBody>
          <a:bodyPr/>
          <a:p>
            <a:r>
              <a:rPr lang="en-US"/>
              <a:t>Click to edit Master title style</a:t>
            </a:r>
            <a:endParaRPr dirty="0" lang="en-US"/>
          </a:p>
        </p:txBody>
      </p:sp>
      <p:sp>
        <p:nvSpPr>
          <p:cNvPr id="1048689" name="Content Placeholder 2"/>
          <p:cNvSpPr>
            <a:spLocks noGrp="1"/>
          </p:cNvSpPr>
          <p:nvPr>
            <p:ph sz="half" idx="1"/>
          </p:nvPr>
        </p:nvSpPr>
        <p:spPr>
          <a:xfrm>
            <a:off x="677334" y="2160589"/>
            <a:ext cx="4184035" cy="3880772"/>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0" name="Content Placeholder 3"/>
          <p:cNvSpPr>
            <a:spLocks noGrp="1"/>
          </p:cNvSpPr>
          <p:nvPr>
            <p:ph sz="half" idx="2"/>
          </p:nvPr>
        </p:nvSpPr>
        <p:spPr>
          <a:xfrm>
            <a:off x="5089970" y="2160589"/>
            <a:ext cx="4184034" cy="3880773"/>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1" name="Date Placeholder 4"/>
          <p:cNvSpPr>
            <a:spLocks noGrp="1"/>
          </p:cNvSpPr>
          <p:nvPr>
            <p:ph type="dt" sz="half" idx="10"/>
          </p:nvPr>
        </p:nvSpPr>
        <p:spPr/>
        <p:txBody>
          <a:bodyPr/>
          <a:p>
            <a:fld id="{FA0A2694-70A7-4A08-8D0D-DDDCFC768B7A}" type="datetimeFigureOut">
              <a:rPr lang="en-US" smtClean="0"/>
              <a:t>11/13/2025</a:t>
            </a:fld>
            <a:endParaRPr lang="en-US"/>
          </a:p>
        </p:txBody>
      </p:sp>
      <p:sp>
        <p:nvSpPr>
          <p:cNvPr id="1048692" name="Footer Placeholder 5"/>
          <p:cNvSpPr>
            <a:spLocks noGrp="1"/>
          </p:cNvSpPr>
          <p:nvPr>
            <p:ph type="ftr" sz="quarter" idx="11"/>
          </p:nvPr>
        </p:nvSpPr>
        <p:spPr/>
        <p:txBody>
          <a:bodyPr/>
          <a:p>
            <a:endParaRPr lang="en-US"/>
          </a:p>
        </p:txBody>
      </p:sp>
      <p:sp>
        <p:nvSpPr>
          <p:cNvPr id="1048693" name="Slide Number Placeholder 6"/>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4" name=""/>
        <p:cNvGrpSpPr/>
        <p:nvPr/>
      </p:nvGrpSpPr>
      <p:grpSpPr>
        <a:xfrm>
          <a:off x="0" y="0"/>
          <a:ext cx="0" cy="0"/>
          <a:chOff x="0" y="0"/>
          <a:chExt cx="0" cy="0"/>
        </a:xfrm>
      </p:grpSpPr>
      <p:sp>
        <p:nvSpPr>
          <p:cNvPr id="1048667" name="Title 1"/>
          <p:cNvSpPr>
            <a:spLocks noGrp="1"/>
          </p:cNvSpPr>
          <p:nvPr>
            <p:ph type="title"/>
          </p:nvPr>
        </p:nvSpPr>
        <p:spPr/>
        <p:txBody>
          <a:bodyPr/>
          <a:p>
            <a:r>
              <a:rPr lang="en-US"/>
              <a:t>Click to edit Master title style</a:t>
            </a:r>
            <a:endParaRPr dirty="0" lang="en-US"/>
          </a:p>
        </p:txBody>
      </p:sp>
      <p:sp>
        <p:nvSpPr>
          <p:cNvPr id="1048668" name="Text Placeholder 2"/>
          <p:cNvSpPr>
            <a:spLocks noGrp="1"/>
          </p:cNvSpPr>
          <p:nvPr>
            <p:ph type="body" idx="1"/>
          </p:nvPr>
        </p:nvSpPr>
        <p:spPr>
          <a:xfrm>
            <a:off x="675745" y="2160983"/>
            <a:ext cx="4185623"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69" name="Content Placeholder 3"/>
          <p:cNvSpPr>
            <a:spLocks noGrp="1"/>
          </p:cNvSpPr>
          <p:nvPr>
            <p:ph sz="half" idx="2"/>
          </p:nvPr>
        </p:nvSpPr>
        <p:spPr>
          <a:xfrm>
            <a:off x="675745" y="2737245"/>
            <a:ext cx="4185623" cy="330411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0" name="Text Placeholder 4"/>
          <p:cNvSpPr>
            <a:spLocks noGrp="1"/>
          </p:cNvSpPr>
          <p:nvPr>
            <p:ph type="body" sz="quarter" idx="3"/>
          </p:nvPr>
        </p:nvSpPr>
        <p:spPr>
          <a:xfrm>
            <a:off x="5088383" y="2160983"/>
            <a:ext cx="4185618"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71" name="Content Placeholder 5"/>
          <p:cNvSpPr>
            <a:spLocks noGrp="1"/>
          </p:cNvSpPr>
          <p:nvPr>
            <p:ph sz="quarter" idx="4"/>
          </p:nvPr>
        </p:nvSpPr>
        <p:spPr>
          <a:xfrm>
            <a:off x="5088384" y="2737245"/>
            <a:ext cx="4185617" cy="330411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72" name="Date Placeholder 6"/>
          <p:cNvSpPr>
            <a:spLocks noGrp="1"/>
          </p:cNvSpPr>
          <p:nvPr>
            <p:ph type="dt" sz="half" idx="10"/>
          </p:nvPr>
        </p:nvSpPr>
        <p:spPr/>
        <p:txBody>
          <a:bodyPr/>
          <a:p>
            <a:fld id="{FA0A2694-70A7-4A08-8D0D-DDDCFC768B7A}" type="datetimeFigureOut">
              <a:rPr lang="en-US" smtClean="0"/>
              <a:t>11/13/2025</a:t>
            </a:fld>
            <a:endParaRPr lang="en-US"/>
          </a:p>
        </p:txBody>
      </p:sp>
      <p:sp>
        <p:nvSpPr>
          <p:cNvPr id="1048673" name="Footer Placeholder 7"/>
          <p:cNvSpPr>
            <a:spLocks noGrp="1"/>
          </p:cNvSpPr>
          <p:nvPr>
            <p:ph type="ftr" sz="quarter" idx="11"/>
          </p:nvPr>
        </p:nvSpPr>
        <p:spPr/>
        <p:txBody>
          <a:bodyPr/>
          <a:p>
            <a:endParaRPr lang="en-US"/>
          </a:p>
        </p:txBody>
      </p:sp>
      <p:sp>
        <p:nvSpPr>
          <p:cNvPr id="1048674" name="Slide Number Placeholder 8"/>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8" name=""/>
        <p:cNvGrpSpPr/>
        <p:nvPr/>
      </p:nvGrpSpPr>
      <p:grpSpPr>
        <a:xfrm>
          <a:off x="0" y="0"/>
          <a:ext cx="0" cy="0"/>
          <a:chOff x="0" y="0"/>
          <a:chExt cx="0" cy="0"/>
        </a:xfrm>
      </p:grpSpPr>
      <p:sp>
        <p:nvSpPr>
          <p:cNvPr id="1048631" name="Title 1"/>
          <p:cNvSpPr>
            <a:spLocks noGrp="1"/>
          </p:cNvSpPr>
          <p:nvPr>
            <p:ph type="title"/>
          </p:nvPr>
        </p:nvSpPr>
        <p:spPr>
          <a:xfrm>
            <a:off x="677334" y="609600"/>
            <a:ext cx="8596668" cy="1320800"/>
          </a:xfrm>
        </p:spPr>
        <p:txBody>
          <a:bodyPr/>
          <a:p>
            <a:r>
              <a:rPr lang="en-US"/>
              <a:t>Click to edit Master title style</a:t>
            </a:r>
            <a:endParaRPr dirty="0" lang="en-US"/>
          </a:p>
        </p:txBody>
      </p:sp>
      <p:sp>
        <p:nvSpPr>
          <p:cNvPr id="1048632" name="Date Placeholder 2"/>
          <p:cNvSpPr>
            <a:spLocks noGrp="1"/>
          </p:cNvSpPr>
          <p:nvPr>
            <p:ph type="dt" sz="half" idx="10"/>
          </p:nvPr>
        </p:nvSpPr>
        <p:spPr/>
        <p:txBody>
          <a:bodyPr/>
          <a:p>
            <a:fld id="{FA0A2694-70A7-4A08-8D0D-DDDCFC768B7A}" type="datetimeFigureOut">
              <a:rPr lang="en-US" smtClean="0"/>
              <a:t>11/13/2025</a:t>
            </a:fld>
            <a:endParaRPr lang="en-US"/>
          </a:p>
        </p:txBody>
      </p:sp>
      <p:sp>
        <p:nvSpPr>
          <p:cNvPr id="1048633" name="Footer Placeholder 3"/>
          <p:cNvSpPr>
            <a:spLocks noGrp="1"/>
          </p:cNvSpPr>
          <p:nvPr>
            <p:ph type="ftr" sz="quarter" idx="11"/>
          </p:nvPr>
        </p:nvSpPr>
        <p:spPr/>
        <p:txBody>
          <a:bodyPr/>
          <a:p>
            <a:endParaRPr lang="en-US"/>
          </a:p>
        </p:txBody>
      </p:sp>
      <p:sp>
        <p:nvSpPr>
          <p:cNvPr id="1048634" name="Slide Number Placeholder 4"/>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5" name=""/>
        <p:cNvGrpSpPr/>
        <p:nvPr/>
      </p:nvGrpSpPr>
      <p:grpSpPr>
        <a:xfrm>
          <a:off x="0" y="0"/>
          <a:ext cx="0" cy="0"/>
          <a:chOff x="0" y="0"/>
          <a:chExt cx="0" cy="0"/>
        </a:xfrm>
      </p:grpSpPr>
      <p:sp>
        <p:nvSpPr>
          <p:cNvPr id="1048675" name="Date Placeholder 1"/>
          <p:cNvSpPr>
            <a:spLocks noGrp="1"/>
          </p:cNvSpPr>
          <p:nvPr>
            <p:ph type="dt" sz="half" idx="10"/>
          </p:nvPr>
        </p:nvSpPr>
        <p:spPr/>
        <p:txBody>
          <a:bodyPr/>
          <a:p>
            <a:fld id="{FA0A2694-70A7-4A08-8D0D-DDDCFC768B7A}" type="datetimeFigureOut">
              <a:rPr lang="en-US" smtClean="0"/>
              <a:t>11/13/2025</a:t>
            </a:fld>
            <a:endParaRPr lang="en-US"/>
          </a:p>
        </p:txBody>
      </p:sp>
      <p:sp>
        <p:nvSpPr>
          <p:cNvPr id="1048676" name="Footer Placeholder 2"/>
          <p:cNvSpPr>
            <a:spLocks noGrp="1"/>
          </p:cNvSpPr>
          <p:nvPr>
            <p:ph type="ftr" sz="quarter" idx="11"/>
          </p:nvPr>
        </p:nvSpPr>
        <p:spPr/>
        <p:txBody>
          <a:bodyPr/>
          <a:p>
            <a:endParaRPr lang="en-US"/>
          </a:p>
        </p:txBody>
      </p:sp>
      <p:sp>
        <p:nvSpPr>
          <p:cNvPr id="1048677" name="Slide Number Placeholder 3"/>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0" name=""/>
        <p:cNvGrpSpPr/>
        <p:nvPr/>
      </p:nvGrpSpPr>
      <p:grpSpPr>
        <a:xfrm>
          <a:off x="0" y="0"/>
          <a:ext cx="0" cy="0"/>
          <a:chOff x="0" y="0"/>
          <a:chExt cx="0" cy="0"/>
        </a:xfrm>
      </p:grpSpPr>
      <p:sp>
        <p:nvSpPr>
          <p:cNvPr id="1048700"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dirty="0" lang="en-US"/>
          </a:p>
        </p:txBody>
      </p:sp>
      <p:sp>
        <p:nvSpPr>
          <p:cNvPr id="1048701" name="Content Placeholder 2"/>
          <p:cNvSpPr>
            <a:spLocks noGrp="1"/>
          </p:cNvSpPr>
          <p:nvPr>
            <p:ph idx="1"/>
          </p:nvPr>
        </p:nvSpPr>
        <p:spPr>
          <a:xfrm>
            <a:off x="4760461" y="514924"/>
            <a:ext cx="4513541" cy="552643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02" name="Text Placeholder 3"/>
          <p:cNvSpPr>
            <a:spLocks noGrp="1"/>
          </p:cNvSpPr>
          <p:nvPr>
            <p:ph type="body" sz="half" idx="2"/>
          </p:nvPr>
        </p:nvSpPr>
        <p:spPr>
          <a:xfrm>
            <a:off x="677334" y="2777069"/>
            <a:ext cx="3854528" cy="2584449"/>
          </a:xfrm>
        </p:spPr>
        <p:txBody>
          <a:bodyPr>
            <a:normAutofit/>
          </a:bodyPr>
          <a:lstStyle>
            <a:lvl1pPr indent="0" marL="0">
              <a:buNone/>
              <a:defRPr sz="1400"/>
            </a:lvl1pPr>
            <a:lvl2pPr indent="0" marL="457063">
              <a:buNone/>
              <a:defRPr sz="1400"/>
            </a:lvl2pPr>
            <a:lvl3pPr indent="0" marL="914126">
              <a:buNone/>
              <a:defRPr sz="1200"/>
            </a:lvl3pPr>
            <a:lvl4pPr indent="0" marL="1371189">
              <a:buNone/>
              <a:defRPr sz="1000"/>
            </a:lvl4pPr>
            <a:lvl5pPr indent="0" marL="1828251">
              <a:buNone/>
              <a:defRPr sz="1000"/>
            </a:lvl5pPr>
            <a:lvl6pPr indent="0" marL="2285314">
              <a:buNone/>
              <a:defRPr sz="1000"/>
            </a:lvl6pPr>
            <a:lvl7pPr indent="0" marL="2742377">
              <a:buNone/>
              <a:defRPr sz="1000"/>
            </a:lvl7pPr>
            <a:lvl8pPr indent="0" marL="3199440">
              <a:buNone/>
              <a:defRPr sz="1000"/>
            </a:lvl8pPr>
            <a:lvl9pPr indent="0" marL="3656503">
              <a:buNone/>
              <a:defRPr sz="1000"/>
            </a:lvl9pPr>
          </a:lstStyle>
          <a:p>
            <a:pPr lvl="0"/>
            <a:r>
              <a:rPr lang="en-US"/>
              <a:t>Click to edit Master text styles</a:t>
            </a:r>
          </a:p>
        </p:txBody>
      </p:sp>
      <p:sp>
        <p:nvSpPr>
          <p:cNvPr id="1048703" name="Date Placeholder 4"/>
          <p:cNvSpPr>
            <a:spLocks noGrp="1"/>
          </p:cNvSpPr>
          <p:nvPr>
            <p:ph type="dt" sz="half" idx="10"/>
          </p:nvPr>
        </p:nvSpPr>
        <p:spPr/>
        <p:txBody>
          <a:bodyPr/>
          <a:p>
            <a:fld id="{FA0A2694-70A7-4A08-8D0D-DDDCFC768B7A}" type="datetimeFigureOut">
              <a:rPr lang="en-US" smtClean="0"/>
              <a:t>11/13/2025</a:t>
            </a:fld>
            <a:endParaRPr lang="en-US"/>
          </a:p>
        </p:txBody>
      </p:sp>
      <p:sp>
        <p:nvSpPr>
          <p:cNvPr id="1048704" name="Footer Placeholder 5"/>
          <p:cNvSpPr>
            <a:spLocks noGrp="1"/>
          </p:cNvSpPr>
          <p:nvPr>
            <p:ph type="ftr" sz="quarter" idx="11"/>
          </p:nvPr>
        </p:nvSpPr>
        <p:spPr/>
        <p:txBody>
          <a:bodyPr/>
          <a:p>
            <a:endParaRPr lang="en-US"/>
          </a:p>
        </p:txBody>
      </p:sp>
      <p:sp>
        <p:nvSpPr>
          <p:cNvPr id="1048705" name="Slide Number Placeholder 6"/>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1" name=""/>
        <p:cNvGrpSpPr/>
        <p:nvPr/>
      </p:nvGrpSpPr>
      <p:grpSpPr>
        <a:xfrm>
          <a:off x="0" y="0"/>
          <a:ext cx="0" cy="0"/>
          <a:chOff x="0" y="0"/>
          <a:chExt cx="0" cy="0"/>
        </a:xfrm>
      </p:grpSpPr>
      <p:sp>
        <p:nvSpPr>
          <p:cNvPr id="1048651" name="Title 1"/>
          <p:cNvSpPr>
            <a:spLocks noGrp="1"/>
          </p:cNvSpPr>
          <p:nvPr>
            <p:ph type="title"/>
          </p:nvPr>
        </p:nvSpPr>
        <p:spPr>
          <a:xfrm>
            <a:off x="677334" y="4800600"/>
            <a:ext cx="8596667" cy="566738"/>
          </a:xfrm>
        </p:spPr>
        <p:txBody>
          <a:bodyPr anchor="b">
            <a:normAutofit/>
          </a:bodyPr>
          <a:lstStyle>
            <a:lvl1pPr algn="l">
              <a:defRPr b="0" sz="2400"/>
            </a:lvl1pPr>
          </a:lstStyle>
          <a:p>
            <a:r>
              <a:rPr lang="en-US"/>
              <a:t>Click to edit Master title style</a:t>
            </a:r>
            <a:endParaRPr dirty="0" lang="en-US"/>
          </a:p>
        </p:txBody>
      </p:sp>
      <p:sp>
        <p:nvSpPr>
          <p:cNvPr id="1048652" name="Picture Placeholder 2"/>
          <p:cNvSpPr>
            <a:spLocks noChangeAspect="1" noGrp="1"/>
          </p:cNvSpPr>
          <p:nvPr>
            <p:ph type="pic" idx="1"/>
          </p:nvPr>
        </p:nvSpPr>
        <p:spPr>
          <a:xfrm>
            <a:off x="677334" y="609600"/>
            <a:ext cx="8596668" cy="3845718"/>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53" name="Text Placeholder 3"/>
          <p:cNvSpPr>
            <a:spLocks noGrp="1"/>
          </p:cNvSpPr>
          <p:nvPr>
            <p:ph type="body" sz="half" idx="2"/>
          </p:nvPr>
        </p:nvSpPr>
        <p:spPr>
          <a:xfrm>
            <a:off x="677334" y="5367338"/>
            <a:ext cx="8596667" cy="674024"/>
          </a:xfrm>
        </p:spPr>
        <p:txBody>
          <a:bodyPr>
            <a:normAutofit/>
          </a:bodyPr>
          <a:lstStyle>
            <a:lvl1pPr indent="0" marL="0">
              <a:buNone/>
              <a:defRPr sz="12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54" name="Footer Placeholder 5"/>
          <p:cNvSpPr>
            <a:spLocks noGrp="1"/>
          </p:cNvSpPr>
          <p:nvPr>
            <p:ph type="ftr" sz="quarter" idx="11"/>
          </p:nvPr>
        </p:nvSpPr>
        <p:spPr/>
        <p:txBody>
          <a:bodyPr/>
          <a:p>
            <a:endParaRPr lang="en-US"/>
          </a:p>
        </p:txBody>
      </p:sp>
      <p:sp>
        <p:nvSpPr>
          <p:cNvPr id="1048655" name="Slide Number Placeholder 6"/>
          <p:cNvSpPr>
            <a:spLocks noGrp="1"/>
          </p:cNvSpPr>
          <p:nvPr>
            <p:ph type="sldNum" sz="quarter" idx="12"/>
          </p:nvPr>
        </p:nvSpPr>
        <p:spPr/>
        <p:txBody>
          <a:bodyPr/>
          <a:p>
            <a:fld id="{DBF238AA-41FA-48F3-9367-B8E873BBBF5A}" type="slidenum">
              <a:rPr lang="en-US" smtClean="0"/>
              <a:t>‹#›</a:t>
            </a:fld>
            <a:endParaRPr lang="en-US"/>
          </a:p>
        </p:txBody>
      </p:sp>
      <p:sp>
        <p:nvSpPr>
          <p:cNvPr id="1048656" name="Date Placeholder 4"/>
          <p:cNvSpPr>
            <a:spLocks noGrp="1"/>
          </p:cNvSpPr>
          <p:nvPr>
            <p:ph type="dt" sz="half" idx="10"/>
          </p:nvPr>
        </p:nvSpPr>
        <p:spPr/>
        <p:txBody>
          <a:bodyPr/>
          <a:p>
            <a:fld id="{FA0A2694-70A7-4A08-8D0D-DDDCFC768B7A}" type="datetimeFigureOut">
              <a:rPr lang="en-US" smtClean="0"/>
              <a:t>11/13/2025</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57" name=""/>
        <p:cNvGrpSpPr/>
        <p:nvPr/>
      </p:nvGrpSpPr>
      <p:grpSpPr>
        <a:xfrm>
          <a:off x="0" y="0"/>
          <a:ext cx="0" cy="0"/>
          <a:chOff x="0" y="0"/>
          <a:chExt cx="0" cy="0"/>
        </a:xfrm>
      </p:grpSpPr>
      <p:sp>
        <p:nvSpPr>
          <p:cNvPr id="1048683" name="Title 1"/>
          <p:cNvSpPr>
            <a:spLocks noGrp="1"/>
          </p:cNvSpPr>
          <p:nvPr>
            <p:ph type="title"/>
          </p:nvPr>
        </p:nvSpPr>
        <p:spPr>
          <a:xfrm>
            <a:off x="677335" y="609600"/>
            <a:ext cx="8596668" cy="3403600"/>
          </a:xfrm>
        </p:spPr>
        <p:txBody>
          <a:bodyPr anchor="ctr">
            <a:normAutofit/>
          </a:bodyPr>
          <a:lstStyle>
            <a:lvl1pPr algn="l">
              <a:defRPr b="0" cap="none" sz="4400"/>
            </a:lvl1pPr>
          </a:lstStyle>
          <a:p>
            <a:r>
              <a:rPr lang="en-US"/>
              <a:t>Click to edit Master title style</a:t>
            </a:r>
            <a:endParaRPr dirty="0" lang="en-US"/>
          </a:p>
        </p:txBody>
      </p:sp>
      <p:sp>
        <p:nvSpPr>
          <p:cNvPr id="1048684" name="Text Placeholder 2"/>
          <p:cNvSpPr>
            <a:spLocks noGrp="1"/>
          </p:cNvSpPr>
          <p:nvPr>
            <p:ph type="body" idx="1"/>
          </p:nvPr>
        </p:nvSpPr>
        <p:spPr>
          <a:xfrm>
            <a:off x="677335" y="4470400"/>
            <a:ext cx="8596668" cy="1570962"/>
          </a:xfrm>
        </p:spPr>
        <p:txBody>
          <a:bodyPr anchor="ctr">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85"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86" name="Footer Placeholder 4"/>
          <p:cNvSpPr>
            <a:spLocks noGrp="1"/>
          </p:cNvSpPr>
          <p:nvPr>
            <p:ph type="ftr" sz="quarter" idx="11"/>
          </p:nvPr>
        </p:nvSpPr>
        <p:spPr/>
        <p:txBody>
          <a:bodyPr/>
          <a:p>
            <a:endParaRPr lang="en-US"/>
          </a:p>
        </p:txBody>
      </p:sp>
      <p:sp>
        <p:nvSpPr>
          <p:cNvPr id="1048687"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50" name=""/>
        <p:cNvGrpSpPr/>
        <p:nvPr/>
      </p:nvGrpSpPr>
      <p:grpSpPr>
        <a:xfrm>
          <a:off x="0" y="0"/>
          <a:ext cx="0" cy="0"/>
          <a:chOff x="0" y="0"/>
          <a:chExt cx="0" cy="0"/>
        </a:xfrm>
      </p:grpSpPr>
      <p:sp>
        <p:nvSpPr>
          <p:cNvPr id="1048643" name="Title 1"/>
          <p:cNvSpPr>
            <a:spLocks noGrp="1"/>
          </p:cNvSpPr>
          <p:nvPr>
            <p:ph type="title"/>
          </p:nvPr>
        </p:nvSpPr>
        <p:spPr>
          <a:xfrm>
            <a:off x="931334" y="609600"/>
            <a:ext cx="8094134" cy="3022600"/>
          </a:xfrm>
        </p:spPr>
        <p:txBody>
          <a:bodyPr anchor="ctr">
            <a:normAutofit/>
          </a:bodyPr>
          <a:lstStyle>
            <a:lvl1pPr algn="l">
              <a:defRPr b="0" cap="none" sz="4400"/>
            </a:lvl1pPr>
          </a:lstStyle>
          <a:p>
            <a:r>
              <a:rPr lang="en-US"/>
              <a:t>Click to edit Master title style</a:t>
            </a:r>
            <a:endParaRPr dirty="0" lang="en-US"/>
          </a:p>
        </p:txBody>
      </p:sp>
      <p:sp>
        <p:nvSpPr>
          <p:cNvPr id="1048644" name="Text Placeholder 9"/>
          <p:cNvSpPr>
            <a:spLocks noGrp="1"/>
          </p:cNvSpPr>
          <p:nvPr>
            <p:ph type="body" sz="quarter" idx="13"/>
          </p:nvPr>
        </p:nvSpPr>
        <p:spPr>
          <a:xfrm>
            <a:off x="1366139" y="3632200"/>
            <a:ext cx="7224524" cy="381000"/>
          </a:xfrm>
        </p:spPr>
        <p:txBody>
          <a:bodyPr anchor="ctr">
            <a:noAutofit/>
          </a:bodyPr>
          <a:lstStyle>
            <a:lvl1pPr indent="0" marL="0">
              <a:buFontTx/>
              <a:buNone/>
              <a:defRPr sz="1600">
                <a:solidFill>
                  <a:schemeClr val="tx1">
                    <a:lumMod val="50000"/>
                    <a:lumOff val="50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645" name="Text Placeholder 2"/>
          <p:cNvSpPr>
            <a:spLocks noGrp="1"/>
          </p:cNvSpPr>
          <p:nvPr>
            <p:ph type="body" idx="1"/>
          </p:nvPr>
        </p:nvSpPr>
        <p:spPr>
          <a:xfrm>
            <a:off x="677335" y="4470400"/>
            <a:ext cx="8596668" cy="1570962"/>
          </a:xfrm>
        </p:spPr>
        <p:txBody>
          <a:bodyPr anchor="ctr">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46"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47" name="Footer Placeholder 4"/>
          <p:cNvSpPr>
            <a:spLocks noGrp="1"/>
          </p:cNvSpPr>
          <p:nvPr>
            <p:ph type="ftr" sz="quarter" idx="11"/>
          </p:nvPr>
        </p:nvSpPr>
        <p:spPr/>
        <p:txBody>
          <a:bodyPr/>
          <a:p>
            <a:endParaRPr lang="en-US"/>
          </a:p>
        </p:txBody>
      </p:sp>
      <p:sp>
        <p:nvSpPr>
          <p:cNvPr id="1048648" name="Slide Number Placeholder 5"/>
          <p:cNvSpPr>
            <a:spLocks noGrp="1"/>
          </p:cNvSpPr>
          <p:nvPr>
            <p:ph type="sldNum" sz="quarter" idx="12"/>
          </p:nvPr>
        </p:nvSpPr>
        <p:spPr/>
        <p:txBody>
          <a:bodyPr/>
          <a:p>
            <a:fld id="{DBF238AA-41FA-48F3-9367-B8E873BBBF5A}" type="slidenum">
              <a:rPr lang="en-US" smtClean="0"/>
              <a:t>‹#›</a:t>
            </a:fld>
            <a:endParaRPr lang="en-US"/>
          </a:p>
        </p:txBody>
      </p:sp>
      <p:sp>
        <p:nvSpPr>
          <p:cNvPr id="1048649" name="TextBox 23"/>
          <p:cNvSpPr txBox="1"/>
          <p:nvPr/>
        </p:nvSpPr>
        <p:spPr>
          <a:xfrm>
            <a:off x="541870" y="790378"/>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
        <p:nvSpPr>
          <p:cNvPr id="1048650" name="TextBox 24"/>
          <p:cNvSpPr txBox="1"/>
          <p:nvPr/>
        </p:nvSpPr>
        <p:spPr>
          <a:xfrm>
            <a:off x="8893011" y="2886556"/>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56" name=""/>
        <p:cNvGrpSpPr/>
        <p:nvPr/>
      </p:nvGrpSpPr>
      <p:grpSpPr>
        <a:xfrm>
          <a:off x="0" y="0"/>
          <a:ext cx="0" cy="0"/>
          <a:chOff x="0" y="0"/>
          <a:chExt cx="0" cy="0"/>
        </a:xfrm>
      </p:grpSpPr>
      <p:sp>
        <p:nvSpPr>
          <p:cNvPr id="1048678" name="Title 1"/>
          <p:cNvSpPr>
            <a:spLocks noGrp="1"/>
          </p:cNvSpPr>
          <p:nvPr>
            <p:ph type="title"/>
          </p:nvPr>
        </p:nvSpPr>
        <p:spPr>
          <a:xfrm>
            <a:off x="677335" y="1931988"/>
            <a:ext cx="8596668" cy="2595460"/>
          </a:xfrm>
        </p:spPr>
        <p:txBody>
          <a:bodyPr anchor="b">
            <a:normAutofit/>
          </a:bodyPr>
          <a:lstStyle>
            <a:lvl1pPr algn="l">
              <a:defRPr b="0" cap="none" sz="4400"/>
            </a:lvl1pPr>
          </a:lstStyle>
          <a:p>
            <a:r>
              <a:rPr lang="en-US"/>
              <a:t>Click to edit Master title style</a:t>
            </a:r>
            <a:endParaRPr dirty="0" lang="en-US"/>
          </a:p>
        </p:txBody>
      </p:sp>
      <p:sp>
        <p:nvSpPr>
          <p:cNvPr id="1048679"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80"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81" name="Footer Placeholder 4"/>
          <p:cNvSpPr>
            <a:spLocks noGrp="1"/>
          </p:cNvSpPr>
          <p:nvPr>
            <p:ph type="ftr" sz="quarter" idx="11"/>
          </p:nvPr>
        </p:nvSpPr>
        <p:spPr/>
        <p:txBody>
          <a:bodyPr/>
          <a:p>
            <a:endParaRPr lang="en-US"/>
          </a:p>
        </p:txBody>
      </p:sp>
      <p:sp>
        <p:nvSpPr>
          <p:cNvPr id="1048682"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49" name=""/>
        <p:cNvGrpSpPr/>
        <p:nvPr/>
      </p:nvGrpSpPr>
      <p:grpSpPr>
        <a:xfrm>
          <a:off x="0" y="0"/>
          <a:ext cx="0" cy="0"/>
          <a:chOff x="0" y="0"/>
          <a:chExt cx="0" cy="0"/>
        </a:xfrm>
      </p:grpSpPr>
      <p:sp>
        <p:nvSpPr>
          <p:cNvPr id="1048635" name="Title 1"/>
          <p:cNvSpPr>
            <a:spLocks noGrp="1"/>
          </p:cNvSpPr>
          <p:nvPr>
            <p:ph type="title"/>
          </p:nvPr>
        </p:nvSpPr>
        <p:spPr>
          <a:xfrm>
            <a:off x="931334" y="609600"/>
            <a:ext cx="8094134" cy="3022600"/>
          </a:xfrm>
        </p:spPr>
        <p:txBody>
          <a:bodyPr anchor="ctr">
            <a:normAutofit/>
          </a:bodyPr>
          <a:lstStyle>
            <a:lvl1pPr algn="l">
              <a:defRPr b="0" cap="none" sz="4400"/>
            </a:lvl1pPr>
          </a:lstStyle>
          <a:p>
            <a:r>
              <a:rPr lang="en-US"/>
              <a:t>Click to edit Master title style</a:t>
            </a:r>
            <a:endParaRPr dirty="0" lang="en-US"/>
          </a:p>
        </p:txBody>
      </p:sp>
      <p:sp>
        <p:nvSpPr>
          <p:cNvPr id="1048636" name="Text Placeholder 9"/>
          <p:cNvSpPr>
            <a:spLocks noGrp="1"/>
          </p:cNvSpPr>
          <p:nvPr>
            <p:ph type="body" sz="quarter" idx="13"/>
          </p:nvPr>
        </p:nvSpPr>
        <p:spPr>
          <a:xfrm>
            <a:off x="677332" y="4013200"/>
            <a:ext cx="8596669" cy="514248"/>
          </a:xfrm>
        </p:spPr>
        <p:txBody>
          <a:bodyPr anchor="b">
            <a:noAutofit/>
          </a:bodyPr>
          <a:lstStyle>
            <a:lvl1pPr indent="0" marL="0">
              <a:buFontTx/>
              <a:buNone/>
              <a:defRPr sz="2400">
                <a:solidFill>
                  <a:schemeClr val="tx1">
                    <a:lumMod val="75000"/>
                    <a:lumOff val="25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637"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38"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39" name="Footer Placeholder 4"/>
          <p:cNvSpPr>
            <a:spLocks noGrp="1"/>
          </p:cNvSpPr>
          <p:nvPr>
            <p:ph type="ftr" sz="quarter" idx="11"/>
          </p:nvPr>
        </p:nvSpPr>
        <p:spPr/>
        <p:txBody>
          <a:bodyPr/>
          <a:p>
            <a:endParaRPr lang="en-US"/>
          </a:p>
        </p:txBody>
      </p:sp>
      <p:sp>
        <p:nvSpPr>
          <p:cNvPr id="1048640" name="Slide Number Placeholder 5"/>
          <p:cNvSpPr>
            <a:spLocks noGrp="1"/>
          </p:cNvSpPr>
          <p:nvPr>
            <p:ph type="sldNum" sz="quarter" idx="12"/>
          </p:nvPr>
        </p:nvSpPr>
        <p:spPr/>
        <p:txBody>
          <a:bodyPr/>
          <a:p>
            <a:fld id="{DBF238AA-41FA-48F3-9367-B8E873BBBF5A}" type="slidenum">
              <a:rPr lang="en-US" smtClean="0"/>
              <a:t>‹#›</a:t>
            </a:fld>
            <a:endParaRPr lang="en-US"/>
          </a:p>
        </p:txBody>
      </p:sp>
      <p:sp>
        <p:nvSpPr>
          <p:cNvPr id="1048641" name="TextBox 23"/>
          <p:cNvSpPr txBox="1"/>
          <p:nvPr/>
        </p:nvSpPr>
        <p:spPr>
          <a:xfrm>
            <a:off x="541870" y="790378"/>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
        <p:nvSpPr>
          <p:cNvPr id="1048642" name="TextBox 24"/>
          <p:cNvSpPr txBox="1"/>
          <p:nvPr/>
        </p:nvSpPr>
        <p:spPr>
          <a:xfrm>
            <a:off x="8893011" y="2886556"/>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59" name=""/>
        <p:cNvGrpSpPr/>
        <p:nvPr/>
      </p:nvGrpSpPr>
      <p:grpSpPr>
        <a:xfrm>
          <a:off x="0" y="0"/>
          <a:ext cx="0" cy="0"/>
          <a:chOff x="0" y="0"/>
          <a:chExt cx="0" cy="0"/>
        </a:xfrm>
      </p:grpSpPr>
      <p:sp>
        <p:nvSpPr>
          <p:cNvPr id="1048694" name="Title 1"/>
          <p:cNvSpPr>
            <a:spLocks noGrp="1"/>
          </p:cNvSpPr>
          <p:nvPr>
            <p:ph type="title"/>
          </p:nvPr>
        </p:nvSpPr>
        <p:spPr>
          <a:xfrm>
            <a:off x="685799" y="609600"/>
            <a:ext cx="8588203" cy="3022600"/>
          </a:xfrm>
        </p:spPr>
        <p:txBody>
          <a:bodyPr anchor="ctr">
            <a:normAutofit/>
          </a:bodyPr>
          <a:lstStyle>
            <a:lvl1pPr algn="l">
              <a:defRPr b="0" cap="none" sz="4400"/>
            </a:lvl1pPr>
          </a:lstStyle>
          <a:p>
            <a:r>
              <a:rPr lang="en-US"/>
              <a:t>Click to edit Master title style</a:t>
            </a:r>
            <a:endParaRPr dirty="0" lang="en-US"/>
          </a:p>
        </p:txBody>
      </p:sp>
      <p:sp>
        <p:nvSpPr>
          <p:cNvPr id="1048695" name="Text Placeholder 9"/>
          <p:cNvSpPr>
            <a:spLocks noGrp="1"/>
          </p:cNvSpPr>
          <p:nvPr>
            <p:ph type="body" sz="quarter" idx="13"/>
          </p:nvPr>
        </p:nvSpPr>
        <p:spPr>
          <a:xfrm>
            <a:off x="677332" y="4013200"/>
            <a:ext cx="8596669" cy="514248"/>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696"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97"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98" name="Footer Placeholder 4"/>
          <p:cNvSpPr>
            <a:spLocks noGrp="1"/>
          </p:cNvSpPr>
          <p:nvPr>
            <p:ph type="ftr" sz="quarter" idx="11"/>
          </p:nvPr>
        </p:nvSpPr>
        <p:spPr/>
        <p:txBody>
          <a:bodyPr/>
          <a:p>
            <a:endParaRPr lang="en-US"/>
          </a:p>
        </p:txBody>
      </p:sp>
      <p:sp>
        <p:nvSpPr>
          <p:cNvPr id="1048699"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2" name=""/>
        <p:cNvGrpSpPr/>
        <p:nvPr/>
      </p:nvGrpSpPr>
      <p:grpSpPr>
        <a:xfrm>
          <a:off x="0" y="0"/>
          <a:ext cx="0" cy="0"/>
          <a:chOff x="0" y="0"/>
          <a:chExt cx="0" cy="0"/>
        </a:xfrm>
      </p:grpSpPr>
      <p:sp>
        <p:nvSpPr>
          <p:cNvPr id="1048657" name="Title 1"/>
          <p:cNvSpPr>
            <a:spLocks noGrp="1"/>
          </p:cNvSpPr>
          <p:nvPr>
            <p:ph type="title"/>
          </p:nvPr>
        </p:nvSpPr>
        <p:spPr/>
        <p:txBody>
          <a:bodyPr/>
          <a:p>
            <a:r>
              <a:rPr lang="en-US"/>
              <a:t>Click to edit Master title style</a:t>
            </a:r>
            <a:endParaRPr dirty="0" lang="en-US"/>
          </a:p>
        </p:txBody>
      </p:sp>
      <p:sp>
        <p:nvSpPr>
          <p:cNvPr id="1048658"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9"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660" name="Footer Placeholder 4"/>
          <p:cNvSpPr>
            <a:spLocks noGrp="1"/>
          </p:cNvSpPr>
          <p:nvPr>
            <p:ph type="ftr" sz="quarter" idx="11"/>
          </p:nvPr>
        </p:nvSpPr>
        <p:spPr/>
        <p:txBody>
          <a:bodyPr/>
          <a:p>
            <a:endParaRPr lang="en-US"/>
          </a:p>
        </p:txBody>
      </p:sp>
      <p:sp>
        <p:nvSpPr>
          <p:cNvPr id="1048661"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1" name=""/>
        <p:cNvGrpSpPr/>
        <p:nvPr/>
      </p:nvGrpSpPr>
      <p:grpSpPr>
        <a:xfrm>
          <a:off x="0" y="0"/>
          <a:ext cx="0" cy="0"/>
          <a:chOff x="0" y="0"/>
          <a:chExt cx="0" cy="0"/>
        </a:xfrm>
      </p:grpSpPr>
      <p:sp>
        <p:nvSpPr>
          <p:cNvPr id="1048706" name="Vertical Title 1"/>
          <p:cNvSpPr>
            <a:spLocks noGrp="1"/>
          </p:cNvSpPr>
          <p:nvPr>
            <p:ph type="title" orient="vert"/>
          </p:nvPr>
        </p:nvSpPr>
        <p:spPr>
          <a:xfrm>
            <a:off x="7967673" y="609599"/>
            <a:ext cx="1304743" cy="5251451"/>
          </a:xfrm>
        </p:spPr>
        <p:txBody>
          <a:bodyPr anchor="ctr" vert="eaVert"/>
          <a:p>
            <a:r>
              <a:rPr lang="en-US"/>
              <a:t>Click to edit Master title style</a:t>
            </a:r>
            <a:endParaRPr dirty="0" lang="en-US"/>
          </a:p>
        </p:txBody>
      </p:sp>
      <p:sp>
        <p:nvSpPr>
          <p:cNvPr id="1048707" name="Vertical Text Placeholder 2"/>
          <p:cNvSpPr>
            <a:spLocks noGrp="1"/>
          </p:cNvSpPr>
          <p:nvPr>
            <p:ph type="body" orient="vert" idx="1"/>
          </p:nvPr>
        </p:nvSpPr>
        <p:spPr>
          <a:xfrm>
            <a:off x="677335" y="609600"/>
            <a:ext cx="7060150" cy="5251450"/>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08" name="Date Placeholder 3"/>
          <p:cNvSpPr>
            <a:spLocks noGrp="1"/>
          </p:cNvSpPr>
          <p:nvPr>
            <p:ph type="dt" sz="half" idx="10"/>
          </p:nvPr>
        </p:nvSpPr>
        <p:spPr/>
        <p:txBody>
          <a:bodyPr/>
          <a:p>
            <a:fld id="{FA0A2694-70A7-4A08-8D0D-DDDCFC768B7A}" type="datetimeFigureOut">
              <a:rPr lang="en-US" smtClean="0"/>
              <a:t>11/13/2025</a:t>
            </a:fld>
            <a:endParaRPr lang="en-US"/>
          </a:p>
        </p:txBody>
      </p:sp>
      <p:sp>
        <p:nvSpPr>
          <p:cNvPr id="1048709" name="Footer Placeholder 4"/>
          <p:cNvSpPr>
            <a:spLocks noGrp="1"/>
          </p:cNvSpPr>
          <p:nvPr>
            <p:ph type="ftr" sz="quarter" idx="11"/>
          </p:nvPr>
        </p:nvSpPr>
        <p:spPr/>
        <p:txBody>
          <a:bodyPr/>
          <a:p>
            <a:endParaRPr lang="en-US"/>
          </a:p>
        </p:txBody>
      </p:sp>
      <p:sp>
        <p:nvSpPr>
          <p:cNvPr id="1048710" name="Slide Number Placeholder 5"/>
          <p:cNvSpPr>
            <a:spLocks noGrp="1"/>
          </p:cNvSpPr>
          <p:nvPr>
            <p:ph type="sldNum" sz="quarter" idx="12"/>
          </p:nvPr>
        </p:nvSpPr>
        <p:spPr/>
        <p:txBody>
          <a:bodyPr/>
          <a:p>
            <a:fld id="{DBF238AA-41FA-48F3-9367-B8E873BBBF5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grpSp>
        <p:nvGrpSpPr>
          <p:cNvPr id="12" name="Group 43"/>
          <p:cNvGrpSpPr/>
          <p:nvPr/>
        </p:nvGrpSpPr>
        <p:grpSpPr>
          <a:xfrm>
            <a:off x="0" y="-8467"/>
            <a:ext cx="12192000" cy="6866467"/>
            <a:chOff x="0" y="-8467"/>
            <a:chExt cx="12192000" cy="6866467"/>
          </a:xfrm>
        </p:grpSpPr>
        <p:cxnSp>
          <p:nvCxnSpPr>
            <p:cNvPr id="3145728" name="Straight Connector 19"/>
            <p:cNvCxnSpPr>
              <a:cxnSpLocks/>
            </p:cNvCxnSpPr>
            <p:nvPr/>
          </p:nvCxnSpPr>
          <p:spPr>
            <a:xfrm>
              <a:off x="9371012" y="0"/>
              <a:ext cx="1219200" cy="6858000"/>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29" name="Straight Connector 20"/>
            <p:cNvCxnSpPr>
              <a:cxnSpLocks/>
            </p:cNvCxnSpPr>
            <p:nvPr/>
          </p:nvCxnSpPr>
          <p:spPr>
            <a:xfrm flipH="1">
              <a:off x="7425267" y="3681413"/>
              <a:ext cx="4763558" cy="3176587"/>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576" name="Rectangle 23"/>
            <p:cNvSpPr/>
            <p:nvPr/>
          </p:nvSpPr>
          <p:spPr>
            <a:xfrm>
              <a:off x="9181476" y="-8467"/>
              <a:ext cx="3007349" cy="6866467"/>
            </a:xfrm>
            <a:custGeom>
              <a:avLst/>
              <a:ah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7" name="Rectangle 25"/>
            <p:cNvSpPr/>
            <p:nvPr/>
          </p:nvSpPr>
          <p:spPr>
            <a:xfrm>
              <a:off x="9603442" y="-8467"/>
              <a:ext cx="2588558" cy="6866467"/>
            </a:xfrm>
            <a:custGeom>
              <a:avLst/>
              <a:ah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8"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9" name="Rectangle 27"/>
            <p:cNvSpPr/>
            <p:nvPr/>
          </p:nvSpPr>
          <p:spPr>
            <a:xfrm>
              <a:off x="9334500" y="-8467"/>
              <a:ext cx="2854326" cy="6866467"/>
            </a:xfrm>
            <a:custGeom>
              <a:avLst/>
              <a:ah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0" name="Rectangle 28"/>
            <p:cNvSpPr/>
            <p:nvPr/>
          </p:nvSpPr>
          <p:spPr>
            <a:xfrm>
              <a:off x="10898730" y="-8467"/>
              <a:ext cx="1290094" cy="6866467"/>
            </a:xfrm>
            <a:custGeom>
              <a:avLst/>
              <a:ah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1" name="Rectangle 29"/>
            <p:cNvSpPr/>
            <p:nvPr/>
          </p:nvSpPr>
          <p:spPr>
            <a:xfrm>
              <a:off x="10938999" y="-8467"/>
              <a:ext cx="1249825" cy="6866467"/>
            </a:xfrm>
            <a:custGeom>
              <a:avLst/>
              <a:ah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2"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3"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48584" name="Title Placeholder 1"/>
          <p:cNvSpPr>
            <a:spLocks noGrp="1"/>
          </p:cNvSpPr>
          <p:nvPr>
            <p:ph type="title"/>
          </p:nvPr>
        </p:nvSpPr>
        <p:spPr>
          <a:xfrm>
            <a:off x="677334" y="609600"/>
            <a:ext cx="8596668" cy="1320800"/>
          </a:xfrm>
          <a:prstGeom prst="rect"/>
        </p:spPr>
        <p:txBody>
          <a:bodyPr anchor="t" bIns="45720" lIns="91440" rIns="91440" rtlCol="0" tIns="45720" vert="horz">
            <a:normAutofit/>
          </a:bodyPr>
          <a:p>
            <a:r>
              <a:rPr lang="en-US"/>
              <a:t>Click to edit Master title style</a:t>
            </a:r>
            <a:endParaRPr dirty="0" lang="en-US"/>
          </a:p>
        </p:txBody>
      </p:sp>
      <p:sp>
        <p:nvSpPr>
          <p:cNvPr id="1048585" name="Text Placeholder 2"/>
          <p:cNvSpPr>
            <a:spLocks noGrp="1"/>
          </p:cNvSpPr>
          <p:nvPr>
            <p:ph type="body" idx="1"/>
          </p:nvPr>
        </p:nvSpPr>
        <p:spPr>
          <a:xfrm>
            <a:off x="677334" y="2160589"/>
            <a:ext cx="8596668" cy="388077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86" name="Date Placeholder 3"/>
          <p:cNvSpPr>
            <a:spLocks noGrp="1"/>
          </p:cNvSpPr>
          <p:nvPr>
            <p:ph type="dt" sz="half" idx="2"/>
          </p:nvPr>
        </p:nvSpPr>
        <p:spPr>
          <a:xfrm>
            <a:off x="7205133" y="6041362"/>
            <a:ext cx="911939" cy="365125"/>
          </a:xfrm>
          <a:prstGeom prst="rect"/>
        </p:spPr>
        <p:txBody>
          <a:bodyPr anchor="ctr" bIns="45720" lIns="91440" rIns="91440" rtlCol="0" tIns="45720" vert="horz"/>
          <a:lstStyle>
            <a:lvl1pPr algn="r">
              <a:defRPr sz="900">
                <a:solidFill>
                  <a:schemeClr val="tx1">
                    <a:tint val="75000"/>
                  </a:schemeClr>
                </a:solidFill>
              </a:defRPr>
            </a:lvl1pPr>
          </a:lstStyle>
          <a:p>
            <a:fld id="{FA0A2694-70A7-4A08-8D0D-DDDCFC768B7A}" type="datetimeFigureOut">
              <a:rPr lang="en-US" smtClean="0"/>
              <a:t>11/13/2025</a:t>
            </a:fld>
            <a:endParaRPr lang="en-US"/>
          </a:p>
        </p:txBody>
      </p:sp>
      <p:sp>
        <p:nvSpPr>
          <p:cNvPr id="1048587" name="Footer Placeholder 4"/>
          <p:cNvSpPr>
            <a:spLocks noGrp="1"/>
          </p:cNvSpPr>
          <p:nvPr>
            <p:ph type="ftr" sz="quarter" idx="3"/>
          </p:nvPr>
        </p:nvSpPr>
        <p:spPr>
          <a:xfrm>
            <a:off x="677334" y="6041362"/>
            <a:ext cx="6297612" cy="365125"/>
          </a:xfrm>
          <a:prstGeom prst="rect"/>
        </p:spPr>
        <p:txBody>
          <a:bodyPr anchor="ctr" bIns="45720" lIns="91440" rIns="91440" rtlCol="0" tIns="45720" vert="horz"/>
          <a:lstStyle>
            <a:lvl1pPr algn="l">
              <a:defRPr sz="900">
                <a:solidFill>
                  <a:schemeClr val="tx1">
                    <a:tint val="75000"/>
                  </a:schemeClr>
                </a:solidFill>
              </a:defRPr>
            </a:lvl1pPr>
          </a:lstStyle>
          <a:p>
            <a:endParaRPr lang="en-US"/>
          </a:p>
        </p:txBody>
      </p:sp>
      <p:sp>
        <p:nvSpPr>
          <p:cNvPr id="1048588" name="Slide Number Placeholder 5"/>
          <p:cNvSpPr>
            <a:spLocks noGrp="1"/>
          </p:cNvSpPr>
          <p:nvPr>
            <p:ph type="sldNum" sz="quarter" idx="4"/>
          </p:nvPr>
        </p:nvSpPr>
        <p:spPr>
          <a:xfrm>
            <a:off x="8590663" y="6041362"/>
            <a:ext cx="683339" cy="365125"/>
          </a:xfrm>
          <a:prstGeom prst="rect"/>
        </p:spPr>
        <p:txBody>
          <a:bodyPr anchor="ctr" bIns="45720" lIns="91440" rIns="91440" rtlCol="0" tIns="45720" vert="horz"/>
          <a:lstStyle>
            <a:lvl1pPr algn="r">
              <a:defRPr sz="900">
                <a:solidFill>
                  <a:schemeClr val="accent1"/>
                </a:solidFill>
              </a:defRPr>
            </a:lvl1pPr>
          </a:lstStyle>
          <a:p>
            <a:fld id="{DBF238AA-41FA-48F3-9367-B8E873BBBF5A}"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eaLnBrk="1" hangingPunct="1" latinLnBrk="0" rtl="0">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42900" latinLnBrk="0" marL="342900" rtl="0">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02" name="Title 1"/>
          <p:cNvSpPr>
            <a:spLocks noGrp="1"/>
          </p:cNvSpPr>
          <p:nvPr>
            <p:ph type="ctrTitle"/>
          </p:nvPr>
        </p:nvSpPr>
        <p:spPr>
          <a:xfrm>
            <a:off x="-88015" y="317999"/>
            <a:ext cx="12192000" cy="604361"/>
          </a:xfrm>
        </p:spPr>
        <p:txBody>
          <a:bodyPr>
            <a:normAutofit fontScale="90000"/>
          </a:bodyPr>
          <a:p>
            <a:pPr algn="ctr"/>
            <a:r>
              <a:rPr dirty="0" sz="3600" lang="en-US">
                <a:solidFill>
                  <a:schemeClr val="tx1"/>
                </a:solidFill>
                <a:latin typeface="Baskerville Old Face" panose="02020602080505020303" pitchFamily="18" charset="0"/>
              </a:rPr>
              <a:t>CSE2258 -WEB TECHNOLOGY</a:t>
            </a:r>
          </a:p>
        </p:txBody>
      </p:sp>
      <p:sp>
        <p:nvSpPr>
          <p:cNvPr id="1048603" name="Rectangle 3"/>
          <p:cNvSpPr/>
          <p:nvPr/>
        </p:nvSpPr>
        <p:spPr>
          <a:xfrm>
            <a:off x="3697923" y="4601464"/>
            <a:ext cx="7202904" cy="2123440"/>
          </a:xfrm>
          <a:prstGeom prst="rect"/>
          <a:noFill/>
        </p:spPr>
        <p:txBody>
          <a:bodyPr bIns="45720" lIns="91440" rIns="91440" tIns="45720" wrap="square">
            <a:spAutoFit/>
          </a:bodyPr>
          <a:p>
            <a:pPr algn="r"/>
            <a:r>
              <a:rPr dirty="0" sz="2400" lang="en-US">
                <a:ln w="0"/>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 LABEED      -20241IST0091    </a:t>
            </a:r>
          </a:p>
          <a:p>
            <a:pPr algn="r"/>
            <a:r>
              <a:rPr dirty="0" sz="2400" lang="en-US">
                <a:ln w="0"/>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 ROHAN S    </a:t>
            </a:r>
            <a:r>
              <a:rPr b="0" cap="none" dirty="0" sz="2400" lang="en-US" spc="0">
                <a:ln w="0"/>
                <a:solidFill>
                  <a:schemeClr val="tx1"/>
                </a:solidFill>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-20241IST0092</a:t>
            </a:r>
          </a:p>
          <a:p>
            <a:pPr algn="r"/>
            <a:r>
              <a:rPr dirty="0" sz="2400" lang="en-US">
                <a:ln w="0"/>
                <a:solidFill>
                  <a:srgbClr val="000000"/>
                </a:solidFill>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TALLAPANENI RAJITHA-20241IST0093</a:t>
            </a:r>
            <a:endParaRPr dirty="0" sz="2400" lang="en-US">
              <a:ln w="0"/>
              <a:solidFill>
                <a:srgbClr val="000000"/>
              </a:solidFill>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endParaRPr>
          </a:p>
          <a:p>
            <a:pPr algn="r"/>
            <a:r>
              <a:rPr dirty="0" sz="2400" lang="en-US">
                <a:ln w="0"/>
                <a:solidFill>
                  <a:schemeClr val="tx2"/>
                </a:solidFill>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   </a:t>
            </a:r>
            <a:r>
              <a:rPr dirty="0" sz="2400" lang="en-US">
                <a:ln w="0"/>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AMULYA M   -20241IST0094</a:t>
            </a:r>
          </a:p>
          <a:p>
            <a:pPr algn="r"/>
            <a:r>
              <a:rPr dirty="0" sz="2400" lang="en-US">
                <a:ln w="0"/>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rPr>
              <a:t> KAVYA S   -20241IST0095</a:t>
            </a:r>
            <a:endParaRPr b="0" cap="none" dirty="0" sz="2400" lang="en-US" spc="0">
              <a:ln w="0"/>
              <a:solidFill>
                <a:schemeClr val="tx1"/>
              </a:solidFill>
              <a:effectLst>
                <a:outerShdw algn="tl" blurRad="38100" dir="2700000" dist="19050" rotWithShape="0">
                  <a:schemeClr val="dk1">
                    <a:alpha val="40000"/>
                  </a:schemeClr>
                </a:outerShdw>
              </a:effectLst>
              <a:latin typeface="Cambria Math" panose="02040503050406030204" pitchFamily="18" charset="0"/>
              <a:ea typeface="Cambria Math" panose="02040503050406030204" pitchFamily="18" charset="0"/>
              <a:cs typeface="Arial" panose="020B0604020202020204" pitchFamily="34" charset="0"/>
            </a:endParaRPr>
          </a:p>
        </p:txBody>
      </p:sp>
      <p:sp>
        <p:nvSpPr>
          <p:cNvPr id="1048604" name="Rectangle 4"/>
          <p:cNvSpPr/>
          <p:nvPr/>
        </p:nvSpPr>
        <p:spPr>
          <a:xfrm>
            <a:off x="-88015" y="1025070"/>
            <a:ext cx="12191999" cy="3139440"/>
          </a:xfrm>
          <a:prstGeom prst="rect"/>
          <a:noFill/>
        </p:spPr>
        <p:txBody>
          <a:bodyPr bIns="45720" lIns="91440" rIns="91440" tIns="45720" wrap="square">
            <a:spAutoFit/>
          </a:bodyPr>
          <a:p>
            <a:pPr algn="ctr"/>
            <a:r>
              <a:rPr dirty="0" sz="5400" lang="en-US">
                <a:ln w="0"/>
                <a:effectLst>
                  <a:outerShdw algn="tl" blurRad="38100" dir="2700000" dist="19050" rotWithShape="0">
                    <a:schemeClr val="dk1">
                      <a:alpha val="40000"/>
                    </a:schemeClr>
                  </a:outerShdw>
                </a:effectLst>
                <a:latin typeface="Baskerville Old Face" panose="02020602080505020303" pitchFamily="18" charset="0"/>
              </a:rPr>
              <a:t>FEE MANAGEMENT</a:t>
            </a:r>
          </a:p>
          <a:p>
            <a:pPr algn="ctr"/>
            <a:r>
              <a:rPr dirty="0" sz="5400" lang="en-US">
                <a:ln w="0"/>
                <a:effectLst>
                  <a:outerShdw algn="tl" blurRad="38100" dir="2700000" dist="19050" rotWithShape="0">
                    <a:schemeClr val="dk1">
                      <a:alpha val="40000"/>
                    </a:schemeClr>
                  </a:outerShdw>
                </a:effectLst>
                <a:latin typeface="Baskerville Old Face" panose="02020602080505020303" pitchFamily="18" charset="0"/>
              </a:rPr>
              <a:t> SYSTEM</a:t>
            </a:r>
          </a:p>
          <a:p>
            <a:pPr algn="ctr"/>
            <a:r>
              <a:rPr dirty="0" sz="2400" lang="en-US">
                <a:ln w="0"/>
                <a:effectLst>
                  <a:outerShdw algn="tl" blurRad="38100" dir="2700000" dist="19050" rotWithShape="0">
                    <a:schemeClr val="dk1">
                      <a:alpha val="40000"/>
                    </a:schemeClr>
                  </a:outerShdw>
                </a:effectLst>
                <a:latin typeface="Baskerville Old Face" panose="02020602080505020303" pitchFamily="18" charset="0"/>
              </a:rPr>
              <a:t>Under the supervision of </a:t>
            </a:r>
          </a:p>
          <a:p>
            <a:pPr algn="ctr"/>
            <a:r>
              <a:rPr b="0" cap="none" dirty="0" sz="2400" lang="en-US" spc="0">
                <a:ln w="0"/>
                <a:solidFill>
                  <a:srgbClr val="00B0F0"/>
                </a:solidFill>
                <a:effectLst>
                  <a:outerShdw algn="tl" blurRad="38100" dir="2700000" dist="19050" rotWithShape="0">
                    <a:schemeClr val="dk1">
                      <a:alpha val="40000"/>
                    </a:schemeClr>
                  </a:outerShdw>
                </a:effectLst>
                <a:latin typeface="Baskerville Old Face" panose="02020602080505020303" pitchFamily="18" charset="0"/>
              </a:rPr>
              <a:t>Sunil</a:t>
            </a:r>
            <a:r>
              <a:rPr dirty="0" sz="2400" lang="en-US">
                <a:ln w="0"/>
                <a:solidFill>
                  <a:srgbClr val="00B0F0"/>
                </a:solidFill>
                <a:effectLst>
                  <a:outerShdw algn="tl" blurRad="38100" dir="2700000" dist="19050" rotWithShape="0">
                    <a:schemeClr val="dk1">
                      <a:alpha val="40000"/>
                    </a:schemeClr>
                  </a:outerShdw>
                </a:effectLst>
                <a:latin typeface="Baskerville Old Face" panose="02020602080505020303" pitchFamily="18" charset="0"/>
              </a:rPr>
              <a:t> Kumar Sahoo Sir </a:t>
            </a:r>
          </a:p>
          <a:p>
            <a:pPr algn="ctr"/>
            <a:r>
              <a:rPr b="0" cap="none" dirty="0" sz="2400" lang="en-US" spc="0">
                <a:ln w="0"/>
                <a:solidFill>
                  <a:schemeClr val="bg2">
                    <a:lumMod val="10000"/>
                  </a:schemeClr>
                </a:solidFill>
                <a:effectLst>
                  <a:outerShdw algn="tl" blurRad="38100" dir="2700000" dist="19050" rotWithShape="0">
                    <a:schemeClr val="dk1">
                      <a:alpha val="40000"/>
                    </a:schemeClr>
                  </a:outerShdw>
                </a:effectLst>
                <a:latin typeface="Baskerville Old Face" panose="02020602080505020303" pitchFamily="18" charset="0"/>
              </a:rPr>
              <a:t>Department of Computer Science And </a:t>
            </a:r>
            <a:r>
              <a:rPr b="0" cap="none" dirty="0" sz="2400" lang="en-IN" spc="0">
                <a:ln w="0"/>
                <a:solidFill>
                  <a:schemeClr val="bg2">
                    <a:lumMod val="10000"/>
                  </a:schemeClr>
                </a:solidFill>
                <a:effectLst>
                  <a:outerShdw algn="tl" blurRad="38100" dir="2700000" dist="19050" rotWithShape="0">
                    <a:schemeClr val="dk1">
                      <a:alpha val="40000"/>
                    </a:schemeClr>
                  </a:outerShdw>
                </a:effectLst>
                <a:latin typeface="Baskerville Old Face" panose="02020602080505020303" pitchFamily="18" charset="0"/>
              </a:rPr>
              <a:t>Engineering </a:t>
            </a:r>
            <a:endParaRPr b="0" cap="none" dirty="0" sz="2400" lang="en-US" spc="0">
              <a:ln w="0"/>
              <a:solidFill>
                <a:schemeClr val="bg2">
                  <a:lumMod val="10000"/>
                </a:schemeClr>
              </a:solidFill>
              <a:effectLst>
                <a:outerShdw algn="tl" blurRad="38100" dir="2700000" dist="19050" rotWithShape="0">
                  <a:schemeClr val="dk1">
                    <a:alpha val="40000"/>
                  </a:schemeClr>
                </a:outerShdw>
              </a:effectLst>
              <a:latin typeface="Baskerville Old Face" panose="020206020805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10" name="Title 1"/>
          <p:cNvSpPr>
            <a:spLocks noGrp="1"/>
          </p:cNvSpPr>
          <p:nvPr>
            <p:ph type="title"/>
          </p:nvPr>
        </p:nvSpPr>
        <p:spPr>
          <a:xfrm>
            <a:off x="594956" y="263611"/>
            <a:ext cx="8596668" cy="1320800"/>
          </a:xfrm>
        </p:spPr>
        <p:txBody>
          <a:bodyPr>
            <a:noAutofit/>
          </a:bodyPr>
          <a:p>
            <a:r>
              <a:rPr dirty="0" sz="4800" lang="en-IN"/>
              <a:t>Introduction:-</a:t>
            </a:r>
            <a:br>
              <a:rPr dirty="0" sz="4800" lang="en-IN"/>
            </a:br>
            <a:endParaRPr dirty="0" sz="4800" lang="en-IN"/>
          </a:p>
        </p:txBody>
      </p:sp>
      <p:sp>
        <p:nvSpPr>
          <p:cNvPr id="1048611" name="Content Placeholder 2"/>
          <p:cNvSpPr>
            <a:spLocks noGrp="1"/>
          </p:cNvSpPr>
          <p:nvPr>
            <p:ph idx="1"/>
          </p:nvPr>
        </p:nvSpPr>
        <p:spPr>
          <a:xfrm>
            <a:off x="376989" y="1584411"/>
            <a:ext cx="9282023" cy="4487526"/>
          </a:xfrm>
        </p:spPr>
        <p:txBody>
          <a:bodyPr/>
          <a:p>
            <a:pPr indent="0" marL="0">
              <a:buNone/>
            </a:pPr>
            <a:r>
              <a:rPr dirty="0" sz="2400" lang="en-US"/>
              <a:t>The Fee Management System is a simple web-based project designed to make this process faster, easier, and more accurate.</a:t>
            </a:r>
          </a:p>
          <a:p>
            <a:pPr indent="0" marL="0">
              <a:buNone/>
            </a:pPr>
            <a:r>
              <a:rPr dirty="0" sz="2400" lang="en-US"/>
              <a:t>It allows students to log in, view their fee details, make payments online, and instantly get a digital receipt. For administrators, it helps keep clear records of transactions and reduces paperwork.</a:t>
            </a:r>
          </a:p>
          <a:p>
            <a:pPr indent="0" marL="0">
              <a:buNone/>
            </a:pPr>
            <a:r>
              <a:rPr dirty="0" sz="2400" lang="en-US"/>
              <a:t>This system brings everything related to fee collection under one platform — making it more efficient, transparent, and convenient for everyone involved</a:t>
            </a:r>
            <a:r>
              <a:rPr dirty="0" lang="en-US"/>
              <a:t>.</a:t>
            </a:r>
            <a:endParaRPr dirty="0"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12" name="Title 1"/>
          <p:cNvSpPr>
            <a:spLocks noGrp="1"/>
          </p:cNvSpPr>
          <p:nvPr>
            <p:ph type="title"/>
          </p:nvPr>
        </p:nvSpPr>
        <p:spPr>
          <a:xfrm>
            <a:off x="707572" y="277000"/>
            <a:ext cx="10515600" cy="1325563"/>
          </a:xfrm>
        </p:spPr>
        <p:txBody>
          <a:bodyPr>
            <a:normAutofit/>
          </a:bodyPr>
          <a:p>
            <a:pPr algn="ctr"/>
            <a:r>
              <a:rPr dirty="0" sz="4000" lang="en-US">
                <a:latin typeface="Bahnschrift Light" panose="020B0502040204020203" pitchFamily="34" charset="0"/>
              </a:rPr>
              <a:t>OBJECTIVES</a:t>
            </a:r>
            <a:r>
              <a:rPr dirty="0" lang="en-US"/>
              <a:t>:</a:t>
            </a:r>
          </a:p>
        </p:txBody>
      </p:sp>
      <p:sp>
        <p:nvSpPr>
          <p:cNvPr id="1048613" name="Rectangle 1"/>
          <p:cNvSpPr>
            <a:spLocks noGrp="1" noChangeArrowheads="1"/>
          </p:cNvSpPr>
          <p:nvPr>
            <p:ph idx="1"/>
          </p:nvPr>
        </p:nvSpPr>
        <p:spPr bwMode="auto">
          <a:xfrm>
            <a:off x="825137" y="1380601"/>
            <a:ext cx="10280469" cy="4968239"/>
          </a:xfrm>
          <a:prstGeom prst="rect"/>
          <a:noFill/>
          <a:ln>
            <a:noFill/>
          </a:ln>
          <a:effectLst/>
        </p:spPr>
        <p:txBody>
          <a:bodyPr anchor="ctr" anchorCtr="0" bIns="45720" compatLnSpc="1" lIns="91440" numCol="1" rIns="91440" tIns="45720" vert="horz" wrap="square">
            <a:prstTxWarp prst="textNoShape"/>
            <a:spAutoFit/>
          </a:bodyPr>
          <a:p>
            <a:pPr eaLnBrk="0" fontAlgn="base" hangingPunct="0">
              <a:spcBef>
                <a:spcPct val="0"/>
              </a:spcBef>
              <a:spcAft>
                <a:spcPct val="0"/>
              </a:spcAft>
              <a:buFont typeface="Courier New" panose="02070309020205020404" pitchFamily="49" charset="0"/>
              <a:buChar char="o"/>
            </a:pPr>
            <a:r>
              <a:rPr dirty="0" sz="3600" lang="en-US">
                <a:latin typeface="Centaur" panose="02030504050205020304" pitchFamily="18" charset="0"/>
              </a:rPr>
              <a:t> To automate the fee collection process and reduce    manual work load</a:t>
            </a:r>
          </a:p>
          <a:p>
            <a:pPr eaLnBrk="0" fontAlgn="base" hangingPunct="0" lvl="0">
              <a:lnSpc>
                <a:spcPct val="100000"/>
              </a:lnSpc>
              <a:spcBef>
                <a:spcPct val="0"/>
              </a:spcBef>
              <a:spcAft>
                <a:spcPct val="0"/>
              </a:spcAft>
              <a:buFont typeface="Courier New" panose="02070309020205020404" pitchFamily="49" charset="0"/>
              <a:buChar char="o"/>
            </a:pPr>
            <a:r>
              <a:rPr dirty="0" sz="3600" lang="en-US">
                <a:latin typeface="Centaur" panose="02030504050205020304" pitchFamily="18" charset="0"/>
              </a:rPr>
              <a:t>To enable secure and quick online fee payments for students</a:t>
            </a:r>
          </a:p>
          <a:p>
            <a:pPr eaLnBrk="0" fontAlgn="base" hangingPunct="0" lvl="0">
              <a:lnSpc>
                <a:spcPct val="100000"/>
              </a:lnSpc>
              <a:spcBef>
                <a:spcPct val="0"/>
              </a:spcBef>
              <a:spcAft>
                <a:spcPct val="0"/>
              </a:spcAft>
              <a:buFont typeface="Courier New" panose="02070309020205020404" pitchFamily="49" charset="0"/>
              <a:buChar char="o"/>
            </a:pPr>
            <a:r>
              <a:rPr dirty="0" sz="3600" lang="en-US">
                <a:latin typeface="Centaur" panose="02030504050205020304" pitchFamily="18" charset="0"/>
              </a:rPr>
              <a:t>To minimize</a:t>
            </a:r>
            <a:r>
              <a:rPr b="1" dirty="0" sz="3600" lang="en-US">
                <a:latin typeface="Centaur" panose="02030504050205020304" pitchFamily="18" charset="0"/>
              </a:rPr>
              <a:t> </a:t>
            </a:r>
            <a:r>
              <a:rPr dirty="0" sz="3600" lang="en-US">
                <a:latin typeface="Centaur" panose="02030504050205020304" pitchFamily="18" charset="0"/>
              </a:rPr>
              <a:t>human</a:t>
            </a:r>
            <a:r>
              <a:rPr b="1" dirty="0" sz="3600" lang="en-US">
                <a:latin typeface="Centaur" panose="02030504050205020304" pitchFamily="18" charset="0"/>
              </a:rPr>
              <a:t> </a:t>
            </a:r>
            <a:r>
              <a:rPr dirty="0" sz="3600" lang="en-US">
                <a:latin typeface="Centaur" panose="02030504050205020304" pitchFamily="18" charset="0"/>
              </a:rPr>
              <a:t>errors in financial transactions and record keeping.</a:t>
            </a:r>
          </a:p>
          <a:p>
            <a:pPr eaLnBrk="0" fontAlgn="base" hangingPunct="0" lvl="0">
              <a:lnSpc>
                <a:spcPct val="100000"/>
              </a:lnSpc>
              <a:spcBef>
                <a:spcPct val="0"/>
              </a:spcBef>
              <a:spcAft>
                <a:spcPct val="0"/>
              </a:spcAft>
              <a:buFont typeface="Courier New" panose="02070309020205020404" pitchFamily="49" charset="0"/>
              <a:buChar char="o"/>
            </a:pPr>
            <a:r>
              <a:rPr dirty="0" sz="3600" lang="en-US">
                <a:latin typeface="Centaur" panose="02030504050205020304" pitchFamily="18" charset="0"/>
              </a:rPr>
              <a:t>To ensure financial transparency and minimize human errors.</a:t>
            </a:r>
            <a:endParaRPr altLang="en-US" baseline="0" b="0" cap="none" dirty="0" sz="3600" i="0" kumimoji="0" lang="en-US" normalizeH="0" strike="noStrike" u="none">
              <a:ln>
                <a:noFill/>
              </a:ln>
              <a:solidFill>
                <a:schemeClr val="tx1"/>
              </a:solidFill>
              <a:effectLst/>
              <a:latin typeface="Centaur" panose="020305040502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4" name="Title 1"/>
          <p:cNvSpPr>
            <a:spLocks noGrp="1"/>
          </p:cNvSpPr>
          <p:nvPr>
            <p:ph type="title"/>
          </p:nvPr>
        </p:nvSpPr>
        <p:spPr>
          <a:xfrm>
            <a:off x="837755" y="240632"/>
            <a:ext cx="8596668" cy="1320800"/>
          </a:xfrm>
        </p:spPr>
        <p:txBody>
          <a:bodyPr/>
          <a:p>
            <a:pPr algn="ctr"/>
            <a:r>
              <a:rPr dirty="0" sz="4000" lang="en-US">
                <a:latin typeface="Bahnschrift Light" panose="020B0502040204020203" pitchFamily="34" charset="0"/>
              </a:rPr>
              <a:t>OBJECTIVES</a:t>
            </a:r>
            <a:r>
              <a:rPr dirty="0" lang="en-US"/>
              <a:t>:</a:t>
            </a:r>
          </a:p>
        </p:txBody>
      </p:sp>
      <p:sp>
        <p:nvSpPr>
          <p:cNvPr id="1048615" name="Content Placeholder 2"/>
          <p:cNvSpPr>
            <a:spLocks noGrp="1"/>
          </p:cNvSpPr>
          <p:nvPr>
            <p:ph idx="1"/>
          </p:nvPr>
        </p:nvSpPr>
        <p:spPr>
          <a:xfrm>
            <a:off x="741502" y="1328822"/>
            <a:ext cx="8596668" cy="3880773"/>
          </a:xfrm>
        </p:spPr>
        <p:txBody>
          <a:bodyPr>
            <a:noAutofit/>
          </a:bodyPr>
          <a:p>
            <a:pPr>
              <a:buFont typeface="Courier New" panose="02070309020205020404" pitchFamily="49" charset="0"/>
              <a:buChar char="o"/>
            </a:pPr>
            <a:r>
              <a:rPr dirty="0" sz="3600" lang="en-US">
                <a:latin typeface="Centaur" panose="02030504050205020304" pitchFamily="18" charset="0"/>
              </a:rPr>
              <a:t>To help administrators monitor pending dues and send alerts.</a:t>
            </a:r>
          </a:p>
          <a:p>
            <a:pPr>
              <a:buFont typeface="Courier New" panose="02070309020205020404" pitchFamily="49" charset="0"/>
              <a:buChar char="o"/>
            </a:pPr>
            <a:r>
              <a:rPr dirty="0" sz="3600" lang="en-US">
                <a:latin typeface="Centaur" panose="02030504050205020304" pitchFamily="18" charset="0"/>
              </a:rPr>
              <a:t>To maintain a complete transaction history for easy reference.</a:t>
            </a:r>
          </a:p>
          <a:p>
            <a:pPr>
              <a:buFont typeface="Courier New" panose="02070309020205020404" pitchFamily="49" charset="0"/>
              <a:buChar char="o"/>
            </a:pPr>
            <a:r>
              <a:rPr dirty="0" sz="3600" lang="en-US">
                <a:latin typeface="Centaur" panose="02030504050205020304" pitchFamily="18" charset="0"/>
              </a:rPr>
              <a:t>To allow students to view payment status, due dates, and receipts online.</a:t>
            </a:r>
          </a:p>
          <a:p>
            <a:pPr>
              <a:buFont typeface="Courier New" panose="02070309020205020404" pitchFamily="49" charset="0"/>
              <a:buChar char="o"/>
            </a:pPr>
            <a:r>
              <a:rPr dirty="0" sz="3600" lang="en-US">
                <a:latin typeface="Centaur" panose="02030504050205020304" pitchFamily="18" charset="0"/>
              </a:rPr>
              <a:t>To allow 24/7 access to fee-related services anytime, anywhere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6" name="Title 1"/>
          <p:cNvSpPr>
            <a:spLocks noGrp="1"/>
          </p:cNvSpPr>
          <p:nvPr>
            <p:ph type="title"/>
          </p:nvPr>
        </p:nvSpPr>
        <p:spPr>
          <a:xfrm>
            <a:off x="364513" y="243305"/>
            <a:ext cx="8596668" cy="1320800"/>
          </a:xfrm>
        </p:spPr>
        <p:txBody>
          <a:bodyPr/>
          <a:p>
            <a:r>
              <a:rPr dirty="0" lang="en-IN"/>
              <a:t>SYSTEM FEATURES:</a:t>
            </a:r>
          </a:p>
        </p:txBody>
      </p:sp>
      <p:sp>
        <p:nvSpPr>
          <p:cNvPr id="1048617" name="Content Placeholder 2"/>
          <p:cNvSpPr>
            <a:spLocks noGrp="1"/>
          </p:cNvSpPr>
          <p:nvPr>
            <p:ph idx="1"/>
          </p:nvPr>
        </p:nvSpPr>
        <p:spPr>
          <a:xfrm>
            <a:off x="589102" y="1564105"/>
            <a:ext cx="8596668" cy="4066674"/>
          </a:xfrm>
        </p:spPr>
        <p:txBody>
          <a:bodyPr>
            <a:normAutofit/>
          </a:bodyPr>
          <a:p>
            <a:pPr indent="0" marL="0">
              <a:buNone/>
            </a:pPr>
            <a:r>
              <a:rPr dirty="0" sz="2800" lang="en-IN">
                <a:solidFill>
                  <a:schemeClr val="tx1"/>
                </a:solidFill>
              </a:rPr>
              <a:t>ADMIN FEATURES:</a:t>
            </a:r>
          </a:p>
          <a:p>
            <a:pPr>
              <a:buFont typeface="Wingdings" panose="05000000000000000000" pitchFamily="2" charset="2"/>
              <a:buChar char="Ø"/>
            </a:pPr>
            <a:r>
              <a:rPr dirty="0" sz="2400" lang="en-IN">
                <a:solidFill>
                  <a:schemeClr val="tx1"/>
                </a:solidFill>
              </a:rPr>
              <a:t>Manage Students Records</a:t>
            </a:r>
          </a:p>
          <a:p>
            <a:pPr>
              <a:buFont typeface="Wingdings" panose="05000000000000000000" pitchFamily="2" charset="2"/>
              <a:buChar char="Ø"/>
            </a:pPr>
            <a:r>
              <a:rPr dirty="0" sz="2400" lang="en-IN">
                <a:solidFill>
                  <a:schemeClr val="tx1"/>
                </a:solidFill>
              </a:rPr>
              <a:t>Track Payments</a:t>
            </a:r>
          </a:p>
          <a:p>
            <a:pPr>
              <a:buFont typeface="Wingdings" panose="05000000000000000000" pitchFamily="2" charset="2"/>
              <a:buChar char="Ø"/>
            </a:pPr>
            <a:r>
              <a:rPr dirty="0" sz="2400" lang="en-IN">
                <a:solidFill>
                  <a:schemeClr val="tx1"/>
                </a:solidFill>
              </a:rPr>
              <a:t>Generate reports</a:t>
            </a:r>
          </a:p>
          <a:p>
            <a:pPr>
              <a:buFont typeface="Wingdings" panose="05000000000000000000" pitchFamily="2" charset="2"/>
              <a:buChar char="Ø"/>
            </a:pPr>
            <a:endParaRPr dirty="0" sz="2400" lang="en-IN">
              <a:solidFill>
                <a:schemeClr val="tx1"/>
              </a:solidFill>
            </a:endParaRPr>
          </a:p>
          <a:p>
            <a:pPr indent="0" marL="0">
              <a:buNone/>
            </a:pPr>
            <a:r>
              <a:rPr dirty="0" sz="2800" lang="en-IN">
                <a:solidFill>
                  <a:schemeClr val="tx1"/>
                </a:solidFill>
              </a:rPr>
              <a:t>STUDENT FEATURES:</a:t>
            </a:r>
          </a:p>
          <a:p>
            <a:pPr>
              <a:buFont typeface="Wingdings" panose="05000000000000000000" pitchFamily="2" charset="2"/>
              <a:buChar char="Ø"/>
            </a:pPr>
            <a:r>
              <a:rPr dirty="0" sz="2400" lang="en-IN">
                <a:solidFill>
                  <a:schemeClr val="tx1"/>
                </a:solidFill>
              </a:rPr>
              <a:t>View fee status</a:t>
            </a:r>
          </a:p>
          <a:p>
            <a:pPr>
              <a:buFont typeface="Wingdings" panose="05000000000000000000" pitchFamily="2" charset="2"/>
              <a:buChar char="Ø"/>
            </a:pPr>
            <a:r>
              <a:rPr dirty="0" sz="2400" lang="en-IN">
                <a:solidFill>
                  <a:schemeClr val="tx1"/>
                </a:solidFill>
              </a:rPr>
              <a:t>Make online payment</a:t>
            </a:r>
          </a:p>
          <a:p>
            <a:pPr>
              <a:buFont typeface="Wingdings" panose="05000000000000000000" pitchFamily="2" charset="2"/>
              <a:buChar char="Ø"/>
            </a:pPr>
            <a:r>
              <a:rPr dirty="0" sz="2400" lang="en-IN" err="1">
                <a:solidFill>
                  <a:schemeClr val="tx1"/>
                </a:solidFill>
              </a:rPr>
              <a:t>Recive</a:t>
            </a:r>
            <a:r>
              <a:rPr dirty="0" sz="2400" lang="en-IN">
                <a:solidFill>
                  <a:schemeClr val="tx1"/>
                </a:solidFill>
              </a:rPr>
              <a:t> notifications</a:t>
            </a:r>
          </a:p>
          <a:p>
            <a:pPr indent="0" marL="0">
              <a:buNone/>
            </a:pPr>
            <a:endParaRPr dirty="0" sz="2400" lang="en-IN">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8" name="Title 1"/>
          <p:cNvSpPr>
            <a:spLocks noGrp="1"/>
          </p:cNvSpPr>
          <p:nvPr>
            <p:ph type="title"/>
          </p:nvPr>
        </p:nvSpPr>
        <p:spPr>
          <a:xfrm>
            <a:off x="508892" y="288758"/>
            <a:ext cx="8596668" cy="1320800"/>
          </a:xfrm>
        </p:spPr>
        <p:txBody>
          <a:bodyPr/>
          <a:p>
            <a:r>
              <a:rPr dirty="0" lang="en-IN"/>
              <a:t>MODULES OF SYSTEM:-</a:t>
            </a:r>
            <a:br>
              <a:rPr dirty="0" lang="en-IN"/>
            </a:br>
            <a:endParaRPr dirty="0" lang="en-IN"/>
          </a:p>
        </p:txBody>
      </p:sp>
      <p:sp>
        <p:nvSpPr>
          <p:cNvPr id="1048619" name="Content Placeholder 3"/>
          <p:cNvSpPr>
            <a:spLocks noGrp="1"/>
          </p:cNvSpPr>
          <p:nvPr>
            <p:ph idx="1"/>
          </p:nvPr>
        </p:nvSpPr>
        <p:spPr>
          <a:xfrm>
            <a:off x="677334" y="1703389"/>
            <a:ext cx="8596668" cy="3880773"/>
          </a:xfrm>
        </p:spPr>
        <p:txBody>
          <a:bodyPr/>
          <a:p>
            <a:r>
              <a:rPr dirty="0" sz="2000" lang="en-IN"/>
              <a:t>Home page</a:t>
            </a:r>
          </a:p>
          <a:p>
            <a:r>
              <a:rPr dirty="0" sz="2000" lang="en-IN"/>
              <a:t>Login page</a:t>
            </a:r>
          </a:p>
          <a:p>
            <a:r>
              <a:rPr dirty="0" sz="2000" lang="en-IN"/>
              <a:t>Student Dashboard</a:t>
            </a:r>
          </a:p>
          <a:p>
            <a:r>
              <a:rPr dirty="0" sz="2000" lang="en-IN"/>
              <a:t>Payment Module </a:t>
            </a:r>
          </a:p>
          <a:p>
            <a:r>
              <a:rPr dirty="0" sz="2000" lang="en-IN"/>
              <a:t>Receipt Module</a:t>
            </a:r>
          </a:p>
          <a:p>
            <a:r>
              <a:rPr dirty="0" sz="2000" lang="en-IN"/>
              <a:t>Admin Dashboard Module</a:t>
            </a:r>
          </a:p>
          <a:p>
            <a:r>
              <a:rPr dirty="0" sz="2000" lang="en-IN"/>
              <a:t>Student dashboard</a:t>
            </a:r>
          </a:p>
          <a:p>
            <a:r>
              <a:rPr dirty="0" sz="2000" lang="en-IN"/>
              <a:t>Report generation module</a:t>
            </a:r>
          </a:p>
          <a:p>
            <a:endParaRPr dirty="0" sz="2000" lang="en-IN"/>
          </a:p>
          <a:p>
            <a:endParaRPr dirty="0" sz="2000" lang="en-IN"/>
          </a:p>
          <a:p>
            <a:endParaRPr dirty="0"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20" name="Title 1"/>
          <p:cNvSpPr>
            <a:spLocks noGrp="1"/>
          </p:cNvSpPr>
          <p:nvPr>
            <p:ph type="title"/>
          </p:nvPr>
        </p:nvSpPr>
        <p:spPr>
          <a:xfrm>
            <a:off x="-264695" y="192964"/>
            <a:ext cx="12192000" cy="718458"/>
          </a:xfrm>
        </p:spPr>
        <p:txBody>
          <a:bodyPr>
            <a:normAutofit fontScale="90000"/>
          </a:bodyPr>
          <a:p>
            <a:pPr algn="ctr"/>
            <a:r>
              <a:rPr b="1" dirty="0" sz="6700" lang="en-US">
                <a:ln w="0"/>
                <a:solidFill>
                  <a:schemeClr val="accent1">
                    <a:lumMod val="75000"/>
                  </a:schemeClr>
                </a:solidFill>
                <a:effectLst>
                  <a:outerShdw algn="tl" blurRad="38100" dir="2700000" dist="19050" rotWithShape="0">
                    <a:schemeClr val="dk1">
                      <a:alpha val="40000"/>
                    </a:schemeClr>
                  </a:outerShdw>
                </a:effectLst>
                <a:latin typeface="Centaur" panose="02030504050205020304" pitchFamily="18" charset="0"/>
              </a:rPr>
              <a:t>TAGS USED</a:t>
            </a:r>
            <a:br>
              <a:rPr b="1" dirty="0" lang="en-US">
                <a:ln w="0"/>
                <a:solidFill>
                  <a:schemeClr val="accent1">
                    <a:lumMod val="75000"/>
                  </a:schemeClr>
                </a:solidFill>
                <a:effectLst>
                  <a:outerShdw algn="tl" blurRad="38100" dir="2700000" dist="19050" rotWithShape="0">
                    <a:schemeClr val="dk1">
                      <a:alpha val="40000"/>
                    </a:schemeClr>
                  </a:outerShdw>
                </a:effectLst>
                <a:latin typeface="Centaur" panose="02030504050205020304" pitchFamily="18" charset="0"/>
              </a:rPr>
            </a:br>
            <a:endParaRPr b="1" dirty="0" lang="en-US">
              <a:solidFill>
                <a:schemeClr val="accent1">
                  <a:lumMod val="75000"/>
                </a:schemeClr>
              </a:solidFill>
            </a:endParaRPr>
          </a:p>
        </p:txBody>
      </p:sp>
      <p:graphicFrame>
        <p:nvGraphicFramePr>
          <p:cNvPr id="4194304" name="Content Placeholder 3"/>
          <p:cNvGraphicFramePr>
            <a:graphicFrameLocks noGrp="1"/>
          </p:cNvGraphicFramePr>
          <p:nvPr>
            <p:ph idx="1"/>
          </p:nvPr>
        </p:nvGraphicFramePr>
        <p:xfrm>
          <a:off x="607427" y="1665892"/>
          <a:ext cx="10233026" cy="5081452"/>
        </p:xfrm>
        <a:graphic>
          <a:graphicData uri="http://schemas.openxmlformats.org/drawingml/2006/table">
            <a:tbl>
              <a:tblPr firstRow="1" bandRow="1">
                <a:tableStyleId>{5C22544A-7EE6-4342-B048-85BDC9FD1C3A}</a:tableStyleId>
              </a:tblPr>
              <a:tblGrid>
                <a:gridCol w="5116513"/>
                <a:gridCol w="5116513"/>
              </a:tblGrid>
              <a:tr h="511285">
                <a:tc>
                  <a:txBody>
                    <a:bodyPr/>
                    <a:p>
                      <a:pPr algn="ctr"/>
                      <a:r>
                        <a:rPr b="0" dirty="0" sz="2800" lang="en-US">
                          <a:latin typeface="Cambria Math" panose="02040503050406030204" pitchFamily="18" charset="0"/>
                          <a:ea typeface="Cambria Math" panose="02040503050406030204" pitchFamily="18" charset="0"/>
                        </a:rPr>
                        <a:t>Tags</a:t>
                      </a:r>
                    </a:p>
                  </a:txBody>
                </a:tc>
                <a:tc>
                  <a:txBody>
                    <a:bodyPr/>
                    <a:p>
                      <a:pPr algn="ctr"/>
                      <a:r>
                        <a:rPr b="0" dirty="0" sz="2800" lang="en-US">
                          <a:latin typeface="Cambria Math" panose="02040503050406030204" pitchFamily="18" charset="0"/>
                          <a:ea typeface="Cambria Math" panose="02040503050406030204" pitchFamily="18" charset="0"/>
                        </a:rPr>
                        <a:t>Purpose</a:t>
                      </a:r>
                    </a:p>
                  </a:txBody>
                </a:tc>
              </a:tr>
              <a:tr h="509452">
                <a:tc>
                  <a:txBody>
                    <a:bodyPr/>
                    <a:p>
                      <a:pPr algn="ctr"/>
                      <a:r>
                        <a:rPr dirty="0" lang="en-US"/>
                        <a:t>&lt;</a:t>
                      </a:r>
                      <a:r>
                        <a:rPr dirty="0" lang="en-US" err="1"/>
                        <a:t>tr</a:t>
                      </a:r>
                      <a:r>
                        <a:rPr dirty="0" lang="en-US"/>
                        <a:t>&gt;</a:t>
                      </a:r>
                    </a:p>
                  </a:txBody>
                </a:tc>
                <a:tc>
                  <a:txBody>
                    <a:bodyPr/>
                    <a:p>
                      <a:r>
                        <a:rPr dirty="0" lang="en-US"/>
                        <a:t>Defines a table row.</a:t>
                      </a:r>
                    </a:p>
                  </a:txBody>
                </a:tc>
              </a:tr>
              <a:tr h="496388">
                <a:tc>
                  <a:txBody>
                    <a:bodyPr/>
                    <a:p>
                      <a:pPr algn="ctr"/>
                      <a:r>
                        <a:rPr dirty="0" lang="en-US"/>
                        <a:t>&lt;</a:t>
                      </a:r>
                      <a:r>
                        <a:rPr dirty="0" lang="en-US" err="1"/>
                        <a:t>th</a:t>
                      </a:r>
                      <a:r>
                        <a:rPr dirty="0" lang="en-US"/>
                        <a:t>&gt;</a:t>
                      </a:r>
                    </a:p>
                  </a:txBody>
                </a:tc>
                <a:tc>
                  <a:txBody>
                    <a:bodyPr/>
                    <a:p>
                      <a:r>
                        <a:rPr dirty="0" lang="en-US"/>
                        <a:t>Defines a </a:t>
                      </a:r>
                      <a:r>
                        <a:rPr b="0" dirty="0" lang="en-US"/>
                        <a:t>header cell </a:t>
                      </a:r>
                      <a:r>
                        <a:rPr dirty="0" lang="en-US"/>
                        <a:t>in a table</a:t>
                      </a:r>
                    </a:p>
                  </a:txBody>
                </a:tc>
              </a:tr>
              <a:tr h="496389">
                <a:tc>
                  <a:txBody>
                    <a:bodyPr/>
                    <a:p>
                      <a:pPr algn="ctr"/>
                      <a:r>
                        <a:rPr dirty="0" lang="en-US"/>
                        <a:t>&lt;td&gt;</a:t>
                      </a:r>
                    </a:p>
                  </a:txBody>
                </a:tc>
                <a:tc>
                  <a:txBody>
                    <a:bodyPr/>
                    <a:p>
                      <a:r>
                        <a:rPr dirty="0" lang="en-US"/>
                        <a:t>Defines a </a:t>
                      </a:r>
                      <a:r>
                        <a:rPr b="0" dirty="0" lang="en-US"/>
                        <a:t>data cell </a:t>
                      </a:r>
                      <a:r>
                        <a:rPr dirty="0" lang="en-US"/>
                        <a:t>in a table.</a:t>
                      </a:r>
                    </a:p>
                  </a:txBody>
                </a:tc>
              </a:tr>
              <a:tr h="496389">
                <a:tc>
                  <a:txBody>
                    <a:bodyPr/>
                    <a:p>
                      <a:pPr algn="ctr"/>
                      <a:r>
                        <a:rPr dirty="0" lang="en-US"/>
                        <a:t>&lt;a&gt;</a:t>
                      </a:r>
                    </a:p>
                  </a:txBody>
                </a:tc>
                <a:tc>
                  <a:txBody>
                    <a:bodyPr/>
                    <a:p>
                      <a:r>
                        <a:rPr dirty="0" lang="en-US"/>
                        <a:t>Creates a hyperlink to another page or file.</a:t>
                      </a:r>
                    </a:p>
                  </a:txBody>
                </a:tc>
              </a:tr>
              <a:tr h="522514">
                <a:tc>
                  <a:txBody>
                    <a:bodyPr/>
                    <a:p>
                      <a:pPr algn="ctr"/>
                      <a:r>
                        <a:rPr dirty="0" lang="en-US"/>
                        <a:t>&lt;font&gt;</a:t>
                      </a:r>
                    </a:p>
                  </a:txBody>
                </a:tc>
                <a:tc>
                  <a:txBody>
                    <a:bodyPr/>
                    <a:p>
                      <a:r>
                        <a:rPr dirty="0" lang="en-US"/>
                        <a:t>Sets text font, size, or color</a:t>
                      </a:r>
                    </a:p>
                  </a:txBody>
                </a:tc>
              </a:tr>
              <a:tr h="509451">
                <a:tc>
                  <a:txBody>
                    <a:bodyPr/>
                    <a:p>
                      <a:pPr algn="ctr"/>
                      <a:r>
                        <a:rPr dirty="0" lang="en-US"/>
                        <a:t>&lt;button&gt;</a:t>
                      </a:r>
                    </a:p>
                  </a:txBody>
                </a:tc>
                <a:tc>
                  <a:txBody>
                    <a:bodyPr/>
                    <a:p>
                      <a:r>
                        <a:rPr dirty="0" lang="en-US"/>
                        <a:t>Creates a clickable button.</a:t>
                      </a:r>
                    </a:p>
                  </a:txBody>
                </a:tc>
              </a:tr>
              <a:tr h="496389">
                <a:tc>
                  <a:txBody>
                    <a:bodyPr/>
                    <a:p>
                      <a:pPr algn="ctr"/>
                      <a:r>
                        <a:rPr dirty="0" lang="en-US"/>
                        <a:t>&lt;form&gt;</a:t>
                      </a:r>
                    </a:p>
                  </a:txBody>
                </a:tc>
                <a:tc>
                  <a:txBody>
                    <a:bodyPr/>
                    <a:p>
                      <a:r>
                        <a:rPr dirty="0" lang="en-US"/>
                        <a:t>Defines an input form for collecting user data.</a:t>
                      </a:r>
                    </a:p>
                  </a:txBody>
                </a:tc>
              </a:tr>
              <a:tr h="464729">
                <a:tc>
                  <a:txBody>
                    <a:bodyPr/>
                    <a:p>
                      <a:pPr algn="ctr"/>
                      <a:r>
                        <a:rPr dirty="0" lang="en-US"/>
                        <a:t>&lt;input&gt;</a:t>
                      </a:r>
                    </a:p>
                  </a:txBody>
                </a:tc>
                <a:tc>
                  <a:txBody>
                    <a:bodyPr/>
                    <a:p>
                      <a:r>
                        <a:rPr dirty="0" lang="en-US"/>
                        <a:t>Defines an input control like</a:t>
                      </a:r>
                      <a:r>
                        <a:rPr baseline="0" dirty="0" lang="en-US"/>
                        <a:t> </a:t>
                      </a:r>
                      <a:r>
                        <a:rPr dirty="0" lang="en-US"/>
                        <a:t>text box, password.</a:t>
                      </a:r>
                    </a:p>
                  </a:txBody>
                </a:tc>
              </a:tr>
              <a:tr h="370840">
                <a:tc>
                  <a:txBody>
                    <a:bodyPr/>
                    <a:p>
                      <a:pPr algn="ctr"/>
                      <a:r>
                        <a:rPr dirty="0" sz="2000" lang="en-US"/>
                        <a:t>&lt;</a:t>
                      </a:r>
                      <a:r>
                        <a:rPr dirty="0" sz="2000" lang="en-US" err="1"/>
                        <a:t>br</a:t>
                      </a:r>
                      <a:r>
                        <a:rPr dirty="0" sz="2000" lang="en-US"/>
                        <a:t>&gt;</a:t>
                      </a:r>
                    </a:p>
                  </a:txBody>
                </a:tc>
                <a:tc>
                  <a:txBody>
                    <a:bodyPr/>
                    <a:p>
                      <a:r>
                        <a:rPr dirty="0" lang="en-US"/>
                        <a:t>Inserts a line break.</a:t>
                      </a:r>
                    </a:p>
                  </a:txBody>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21" name="Title 1"/>
          <p:cNvSpPr>
            <a:spLocks noGrp="1"/>
          </p:cNvSpPr>
          <p:nvPr>
            <p:ph type="title"/>
          </p:nvPr>
        </p:nvSpPr>
        <p:spPr>
          <a:xfrm>
            <a:off x="838200" y="182245"/>
            <a:ext cx="10515600" cy="1325563"/>
          </a:xfrm>
        </p:spPr>
        <p:txBody>
          <a:bodyPr>
            <a:normAutofit/>
          </a:bodyPr>
          <a:p>
            <a:pPr algn="ctr"/>
            <a:r>
              <a:rPr b="1" dirty="0" sz="6000" lang="en-US">
                <a:solidFill>
                  <a:schemeClr val="accent1">
                    <a:lumMod val="75000"/>
                  </a:schemeClr>
                </a:solidFill>
                <a:latin typeface="Centaur" panose="02030504050205020304" pitchFamily="18" charset="0"/>
              </a:rPr>
              <a:t>ATTRIBUTES USED</a:t>
            </a:r>
          </a:p>
        </p:txBody>
      </p:sp>
      <p:graphicFrame>
        <p:nvGraphicFramePr>
          <p:cNvPr id="4194305" name="Content Placeholder 3"/>
          <p:cNvGraphicFramePr>
            <a:graphicFrameLocks noGrp="1"/>
          </p:cNvGraphicFramePr>
          <p:nvPr>
            <p:ph idx="1"/>
          </p:nvPr>
        </p:nvGraphicFramePr>
        <p:xfrm>
          <a:off x="966651" y="1329820"/>
          <a:ext cx="10387149" cy="5049935"/>
        </p:xfrm>
        <a:graphic>
          <a:graphicData uri="http://schemas.openxmlformats.org/drawingml/2006/table">
            <a:tbl>
              <a:tblPr firstRow="1" bandRow="1">
                <a:tableStyleId>{5C22544A-7EE6-4342-B048-85BDC9FD1C3A}</a:tableStyleId>
              </a:tblPr>
              <a:tblGrid>
                <a:gridCol w="3727923"/>
                <a:gridCol w="6659226"/>
              </a:tblGrid>
              <a:tr h="501829">
                <a:tc>
                  <a:txBody>
                    <a:bodyPr/>
                    <a:p>
                      <a:pPr algn="ctr"/>
                      <a:r>
                        <a:rPr dirty="0" sz="2400" lang="en-US">
                          <a:latin typeface="Cambria Math" panose="02040503050406030204" pitchFamily="18" charset="0"/>
                          <a:ea typeface="Cambria Math" panose="02040503050406030204" pitchFamily="18" charset="0"/>
                        </a:rPr>
                        <a:t>ATTRIBUTE</a:t>
                      </a:r>
                    </a:p>
                  </a:txBody>
                </a:tc>
                <a:tc>
                  <a:txBody>
                    <a:bodyPr/>
                    <a:p>
                      <a:pPr algn="ctr"/>
                      <a:r>
                        <a:rPr dirty="0" sz="2400" lang="en-US">
                          <a:latin typeface="Cambria Math" panose="02040503050406030204" pitchFamily="18" charset="0"/>
                          <a:ea typeface="Cambria Math" panose="02040503050406030204" pitchFamily="18" charset="0"/>
                        </a:rPr>
                        <a:t>PURPOSE</a:t>
                      </a:r>
                    </a:p>
                  </a:txBody>
                </a:tc>
              </a:tr>
              <a:tr h="468356">
                <a:tc>
                  <a:txBody>
                    <a:bodyPr/>
                    <a:p>
                      <a:pPr algn="ctr"/>
                      <a:r>
                        <a:rPr dirty="0" lang="en-US"/>
                        <a:t>align</a:t>
                      </a:r>
                    </a:p>
                  </a:txBody>
                </a:tc>
                <a:tc>
                  <a:txBody>
                    <a:bodyPr/>
                    <a:p>
                      <a:r>
                        <a:rPr dirty="0" lang="en-US"/>
                        <a:t>Aligns elements like</a:t>
                      </a:r>
                      <a:r>
                        <a:rPr baseline="0" dirty="0" lang="en-US"/>
                        <a:t> </a:t>
                      </a:r>
                      <a:r>
                        <a:rPr dirty="0" lang="en-US"/>
                        <a:t>center, right, left.</a:t>
                      </a:r>
                    </a:p>
                  </a:txBody>
                </a:tc>
              </a:tr>
              <a:tr h="416316">
                <a:tc>
                  <a:txBody>
                    <a:bodyPr/>
                    <a:p>
                      <a:pPr algn="ctr"/>
                      <a:r>
                        <a:rPr dirty="0" lang="en-US"/>
                        <a:t>width</a:t>
                      </a:r>
                    </a:p>
                  </a:txBody>
                </a:tc>
                <a:tc>
                  <a:txBody>
                    <a:bodyPr/>
                    <a:p>
                      <a:r>
                        <a:rPr dirty="0" lang="en-US"/>
                        <a:t>Sets the width of an image, table, or cell.</a:t>
                      </a:r>
                    </a:p>
                  </a:txBody>
                </a:tc>
              </a:tr>
              <a:tr h="442336">
                <a:tc>
                  <a:txBody>
                    <a:bodyPr/>
                    <a:p>
                      <a:pPr algn="ctr"/>
                      <a:r>
                        <a:rPr dirty="0" lang="en-US" err="1"/>
                        <a:t>cellspacing</a:t>
                      </a:r>
                      <a:endParaRPr dirty="0" lang="en-US"/>
                    </a:p>
                  </a:txBody>
                </a:tc>
                <a:tc>
                  <a:txBody>
                    <a:bodyPr/>
                    <a:p>
                      <a:r>
                        <a:rPr dirty="0" lang="en-US"/>
                        <a:t>Sets space between table cells.</a:t>
                      </a:r>
                    </a:p>
                  </a:txBody>
                </a:tc>
              </a:tr>
              <a:tr h="390297">
                <a:tc>
                  <a:txBody>
                    <a:bodyPr/>
                    <a:p>
                      <a:pPr algn="ctr"/>
                      <a:r>
                        <a:rPr dirty="0" lang="en-US"/>
                        <a:t>border</a:t>
                      </a:r>
                    </a:p>
                  </a:txBody>
                </a:tc>
                <a:tc>
                  <a:txBody>
                    <a:bodyPr/>
                    <a:p>
                      <a:r>
                        <a:rPr dirty="0" lang="en-US"/>
                        <a:t>Adds a border around a table.</a:t>
                      </a:r>
                    </a:p>
                  </a:txBody>
                </a:tc>
              </a:tr>
              <a:tr h="637485">
                <a:tc>
                  <a:txBody>
                    <a:bodyPr/>
                    <a:p>
                      <a:pPr algn="ctr"/>
                      <a:r>
                        <a:rPr dirty="0" lang="en-US"/>
                        <a:t>target</a:t>
                      </a:r>
                    </a:p>
                  </a:txBody>
                </a:tc>
                <a:tc>
                  <a:txBody>
                    <a:bodyPr/>
                    <a:p>
                      <a:r>
                        <a:rPr dirty="0" lang="en-US"/>
                        <a:t>Specifies where to open a linked page like</a:t>
                      </a:r>
                      <a:r>
                        <a:rPr baseline="0" dirty="0" lang="en-US"/>
                        <a:t> </a:t>
                      </a:r>
                      <a:r>
                        <a:rPr dirty="0" lang="en-US"/>
                        <a:t>_parent, _blank, etc.</a:t>
                      </a:r>
                    </a:p>
                  </a:txBody>
                </a:tc>
              </a:tr>
              <a:tr h="455346">
                <a:tc>
                  <a:txBody>
                    <a:bodyPr/>
                    <a:p>
                      <a:pPr algn="ctr"/>
                      <a:r>
                        <a:rPr dirty="0" lang="en-US" err="1"/>
                        <a:t>href</a:t>
                      </a:r>
                      <a:endParaRPr dirty="0" lang="en-US"/>
                    </a:p>
                  </a:txBody>
                </a:tc>
                <a:tc>
                  <a:txBody>
                    <a:bodyPr/>
                    <a:p>
                      <a:r>
                        <a:rPr dirty="0" lang="en-US"/>
                        <a:t>Specifies the URL of a link.</a:t>
                      </a:r>
                    </a:p>
                  </a:txBody>
                </a:tc>
              </a:tr>
              <a:tr h="468356">
                <a:tc>
                  <a:txBody>
                    <a:bodyPr/>
                    <a:p>
                      <a:pPr algn="ctr"/>
                      <a:r>
                        <a:rPr dirty="0" lang="en-US" err="1"/>
                        <a:t>src</a:t>
                      </a:r>
                      <a:endParaRPr dirty="0" lang="en-US"/>
                    </a:p>
                  </a:txBody>
                </a:tc>
                <a:tc>
                  <a:txBody>
                    <a:bodyPr/>
                    <a:p>
                      <a:r>
                        <a:rPr dirty="0" lang="en-US"/>
                        <a:t>Specifies the source of an image.</a:t>
                      </a:r>
                    </a:p>
                  </a:txBody>
                </a:tc>
              </a:tr>
              <a:tr h="455346">
                <a:tc>
                  <a:txBody>
                    <a:bodyPr/>
                    <a:p>
                      <a:pPr algn="ctr"/>
                      <a:r>
                        <a:rPr dirty="0" lang="en-US"/>
                        <a:t>name</a:t>
                      </a:r>
                    </a:p>
                  </a:txBody>
                </a:tc>
                <a:tc>
                  <a:txBody>
                    <a:bodyPr/>
                    <a:p>
                      <a:r>
                        <a:rPr dirty="0" lang="en-US"/>
                        <a:t>Gives a name to form elements for identification.</a:t>
                      </a:r>
                    </a:p>
                  </a:txBody>
                </a:tc>
              </a:tr>
              <a:tr h="442336">
                <a:tc>
                  <a:txBody>
                    <a:bodyPr/>
                    <a:p>
                      <a:pPr algn="ctr"/>
                      <a:r>
                        <a:rPr dirty="0" lang="en-US"/>
                        <a:t>action</a:t>
                      </a:r>
                    </a:p>
                  </a:txBody>
                </a:tc>
                <a:tc>
                  <a:txBody>
                    <a:bodyPr/>
                    <a:p>
                      <a:r>
                        <a:rPr dirty="0" lang="en-US"/>
                        <a:t>Specifies where to send the form data after submission.</a:t>
                      </a:r>
                    </a:p>
                  </a:txBody>
                </a:tc>
              </a:tr>
              <a:tr h="369337">
                <a:tc>
                  <a:txBody>
                    <a:bodyPr/>
                    <a:p>
                      <a:pPr algn="ctr"/>
                      <a:r>
                        <a:rPr dirty="0" lang="en-US"/>
                        <a:t>method</a:t>
                      </a:r>
                    </a:p>
                  </a:txBody>
                </a:tc>
                <a:tc>
                  <a:txBody>
                    <a:bodyPr/>
                    <a:p>
                      <a:r>
                        <a:rPr dirty="0" lang="en-US"/>
                        <a:t>Specifies how to send form data like</a:t>
                      </a:r>
                      <a:r>
                        <a:rPr baseline="0" dirty="0" lang="en-US"/>
                        <a:t> </a:t>
                      </a:r>
                      <a:r>
                        <a:rPr dirty="0" lang="en-US"/>
                        <a:t>GET or POST.</a:t>
                      </a:r>
                    </a:p>
                  </a:txBody>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2" name="Title 1"/>
          <p:cNvSpPr>
            <a:spLocks noGrp="1"/>
          </p:cNvSpPr>
          <p:nvPr>
            <p:ph type="title"/>
          </p:nvPr>
        </p:nvSpPr>
        <p:spPr>
          <a:xfrm>
            <a:off x="677334" y="122989"/>
            <a:ext cx="8596668" cy="1320800"/>
          </a:xfrm>
        </p:spPr>
        <p:txBody>
          <a:bodyPr>
            <a:noAutofit/>
          </a:bodyPr>
          <a:p>
            <a:r>
              <a:rPr dirty="0" sz="5400" lang="en-IN"/>
              <a:t>Steps to create website</a:t>
            </a:r>
            <a:r>
              <a:rPr dirty="0" sz="6000" lang="en-IN"/>
              <a:t>:-</a:t>
            </a:r>
            <a:br>
              <a:rPr dirty="0" sz="6000" lang="en-IN"/>
            </a:br>
            <a:endParaRPr dirty="0" sz="6000" lang="en-IN"/>
          </a:p>
        </p:txBody>
      </p:sp>
      <p:sp>
        <p:nvSpPr>
          <p:cNvPr id="1048623" name="Content Placeholder 2"/>
          <p:cNvSpPr>
            <a:spLocks noGrp="1"/>
          </p:cNvSpPr>
          <p:nvPr>
            <p:ph idx="1"/>
          </p:nvPr>
        </p:nvSpPr>
        <p:spPr>
          <a:xfrm>
            <a:off x="677334" y="1499937"/>
            <a:ext cx="8596668" cy="4788567"/>
          </a:xfrm>
        </p:spPr>
        <p:txBody>
          <a:bodyPr>
            <a:normAutofit/>
          </a:bodyPr>
          <a:p>
            <a:pPr indent="0" marL="0">
              <a:buNone/>
            </a:pPr>
            <a:r>
              <a:rPr dirty="0" sz="2000" lang="en-US"/>
              <a:t>1. Open  text  Editor: Use any text editor like VS Code,  or even normal Notepad.</a:t>
            </a:r>
          </a:p>
          <a:p>
            <a:pPr indent="0" marL="0">
              <a:buNone/>
            </a:pPr>
            <a:r>
              <a:rPr dirty="0" sz="2000" lang="en-US"/>
              <a:t>2.  Create a Folder: Make a new folder and save all your files inside it (like index.html, login.html, payment.html, receipt.html).</a:t>
            </a:r>
          </a:p>
          <a:p>
            <a:pPr indent="0" marL="0">
              <a:buNone/>
            </a:pPr>
            <a:r>
              <a:rPr dirty="0" sz="2000" lang="en-US"/>
              <a:t>3.Write the Code: Type your HTML and CSS code for each page and save the files.</a:t>
            </a:r>
          </a:p>
          <a:p>
            <a:pPr indent="0" marL="0">
              <a:buNone/>
            </a:pPr>
            <a:r>
              <a:rPr dirty="0" sz="2000" lang="en-US"/>
              <a:t>4.Open the Main Page: Go to your folder and double-click on the main file (for example, index.html),It will open in your web browser.</a:t>
            </a:r>
          </a:p>
          <a:p>
            <a:pPr indent="0" marL="0">
              <a:buNone/>
            </a:pPr>
            <a:r>
              <a:rPr dirty="0" sz="2000" lang="en-US"/>
              <a:t>5.Navigate Through Pages: Click on buttons or links like Login, Pay Now, or View Receipt to move between pages.</a:t>
            </a:r>
          </a:p>
          <a:p>
            <a:pPr indent="0" marL="0">
              <a:buNone/>
            </a:pPr>
            <a:r>
              <a:rPr dirty="0" sz="2000" lang="en-US"/>
              <a:t>6.  Test the Website: Make sure all pages are working properly and data is shown correctly.</a:t>
            </a:r>
            <a:endParaRPr dirty="0" sz="2000"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4" name="Title 1"/>
          <p:cNvSpPr>
            <a:spLocks noGrp="1"/>
          </p:cNvSpPr>
          <p:nvPr>
            <p:ph type="title"/>
          </p:nvPr>
        </p:nvSpPr>
        <p:spPr>
          <a:xfrm>
            <a:off x="524934" y="0"/>
            <a:ext cx="8596668" cy="1320800"/>
          </a:xfrm>
        </p:spPr>
        <p:txBody>
          <a:bodyPr>
            <a:noAutofit/>
          </a:bodyPr>
          <a:p>
            <a:r>
              <a:rPr dirty="0" sz="4800" lang="en-US"/>
              <a:t>💡 Applications of Fee Management System:-</a:t>
            </a:r>
            <a:endParaRPr dirty="0" sz="4800" lang="en-IN"/>
          </a:p>
        </p:txBody>
      </p:sp>
      <p:sp>
        <p:nvSpPr>
          <p:cNvPr id="1048625" name="Content Placeholder 2"/>
          <p:cNvSpPr>
            <a:spLocks noGrp="1"/>
          </p:cNvSpPr>
          <p:nvPr>
            <p:ph idx="1"/>
          </p:nvPr>
        </p:nvSpPr>
        <p:spPr>
          <a:xfrm>
            <a:off x="524934" y="2133600"/>
            <a:ext cx="8596668" cy="4098758"/>
          </a:xfrm>
        </p:spPr>
        <p:txBody>
          <a:bodyPr>
            <a:noAutofit/>
          </a:bodyPr>
          <a:p>
            <a:pPr>
              <a:buFont typeface="Wingdings" panose="05000000000000000000" pitchFamily="2" charset="2"/>
              <a:buChar char="ü"/>
            </a:pPr>
            <a:r>
              <a:rPr dirty="0" sz="2800" lang="en-US"/>
              <a:t>🧍‍♀ For Students: Helps them check fee details, make payments easily, and download receipts instantly.</a:t>
            </a:r>
          </a:p>
          <a:p>
            <a:pPr>
              <a:buFont typeface="Wingdings" panose="05000000000000000000" pitchFamily="2" charset="2"/>
              <a:buChar char="ü"/>
            </a:pPr>
            <a:r>
              <a:rPr dirty="0" sz="2800" lang="en-US"/>
              <a:t>🏫 For Colleges/Schools: Reduces paperwork and keeps all fee records in one place.</a:t>
            </a:r>
          </a:p>
          <a:p>
            <a:pPr>
              <a:buFont typeface="Wingdings" panose="05000000000000000000" pitchFamily="2" charset="2"/>
              <a:buChar char="ü"/>
            </a:pPr>
            <a:r>
              <a:rPr dirty="0" sz="2800" lang="en-US"/>
              <a:t>💻 For Administrators: Makes it easier to track payments and manage student accounts.</a:t>
            </a:r>
          </a:p>
          <a:p>
            <a:pPr>
              <a:buFont typeface="Wingdings" panose="05000000000000000000" pitchFamily="2" charset="2"/>
              <a:buChar char="ü"/>
            </a:pPr>
            <a:endParaRPr dirty="0" sz="2000"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6" name="Title 1"/>
          <p:cNvSpPr>
            <a:spLocks noGrp="1"/>
          </p:cNvSpPr>
          <p:nvPr>
            <p:ph type="title"/>
          </p:nvPr>
        </p:nvSpPr>
        <p:spPr>
          <a:xfrm>
            <a:off x="67734" y="120316"/>
            <a:ext cx="8596668" cy="1320800"/>
          </a:xfrm>
        </p:spPr>
        <p:txBody>
          <a:bodyPr>
            <a:normAutofit/>
          </a:bodyPr>
          <a:p>
            <a:r>
              <a:rPr dirty="0" sz="6000" lang="en-IN"/>
              <a:t>Applications:-</a:t>
            </a:r>
          </a:p>
        </p:txBody>
      </p:sp>
      <p:sp>
        <p:nvSpPr>
          <p:cNvPr id="1048627" name="Content Placeholder 2"/>
          <p:cNvSpPr>
            <a:spLocks noGrp="1"/>
          </p:cNvSpPr>
          <p:nvPr>
            <p:ph idx="1"/>
          </p:nvPr>
        </p:nvSpPr>
        <p:spPr>
          <a:xfrm>
            <a:off x="320841" y="1890296"/>
            <a:ext cx="9360569" cy="4775199"/>
          </a:xfrm>
        </p:spPr>
        <p:txBody>
          <a:bodyPr>
            <a:noAutofit/>
          </a:bodyPr>
          <a:p>
            <a:pPr>
              <a:buFont typeface="Wingdings" panose="05000000000000000000" pitchFamily="2" charset="2"/>
              <a:buChar char="ü"/>
            </a:pPr>
            <a:r>
              <a:rPr dirty="0" sz="2800" lang="en-US"/>
              <a:t>⏱ Time Saving: Automates manual work and reduces queues at the fee counter.</a:t>
            </a:r>
          </a:p>
          <a:p>
            <a:pPr>
              <a:buFont typeface="Wingdings" panose="05000000000000000000" pitchFamily="2" charset="2"/>
              <a:buChar char="ü"/>
            </a:pPr>
            <a:r>
              <a:rPr dirty="0" sz="2800" lang="en-US"/>
              <a:t>💰 Error-Free Transactions: Minimizes human mistakes while handling large amounts of data.</a:t>
            </a:r>
          </a:p>
          <a:p>
            <a:pPr>
              <a:buFont typeface="Wingdings" panose="05000000000000000000" pitchFamily="2" charset="2"/>
              <a:buChar char="ü"/>
            </a:pPr>
            <a:r>
              <a:rPr dirty="0" sz="2800" lang="en-US"/>
              <a:t>🌐 Online Access: Can be used from anywhere, anytime through a web browser.</a:t>
            </a:r>
          </a:p>
          <a:p>
            <a:pPr>
              <a:buFont typeface="Wingdings" panose="05000000000000000000" pitchFamily="2" charset="2"/>
              <a:buChar char="ü"/>
            </a:pPr>
            <a:r>
              <a:rPr dirty="0" sz="2800" lang="en-US"/>
              <a:t>📊 Better Record Keeping: Stores payment history and student information safely for future use.</a:t>
            </a:r>
            <a:endParaRPr dirty="0" sz="2800" lang="en-IN"/>
          </a:p>
          <a:p>
            <a:endParaRPr dirty="0" sz="2800"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8" name="Title 4"/>
          <p:cNvSpPr>
            <a:spLocks noGrp="1"/>
          </p:cNvSpPr>
          <p:nvPr>
            <p:ph type="title"/>
          </p:nvPr>
        </p:nvSpPr>
        <p:spPr/>
        <p:txBody>
          <a:bodyPr>
            <a:normAutofit/>
          </a:bodyPr>
          <a:p>
            <a:r>
              <a:rPr dirty="0" sz="4000" lang="en-IN"/>
              <a:t>CONCLUSION:-</a:t>
            </a:r>
            <a:br>
              <a:rPr dirty="0" sz="4000" lang="en-IN"/>
            </a:br>
            <a:endParaRPr dirty="0" sz="4000" lang="en-IN"/>
          </a:p>
        </p:txBody>
      </p:sp>
      <p:sp>
        <p:nvSpPr>
          <p:cNvPr id="1048629" name="Content Placeholder 5"/>
          <p:cNvSpPr>
            <a:spLocks noGrp="1"/>
          </p:cNvSpPr>
          <p:nvPr>
            <p:ph idx="1"/>
          </p:nvPr>
        </p:nvSpPr>
        <p:spPr>
          <a:xfrm>
            <a:off x="677334" y="1788694"/>
            <a:ext cx="8596668" cy="4660232"/>
          </a:xfrm>
        </p:spPr>
        <p:txBody>
          <a:bodyPr>
            <a:noAutofit/>
          </a:bodyPr>
          <a:p>
            <a:pPr indent="0" marL="0">
              <a:buNone/>
            </a:pPr>
            <a:r>
              <a:rPr dirty="0" sz="2800" lang="en-US"/>
              <a:t>Fees Management System is a web-based application designed to simplify and automate the fee collection process, providing an efficient and secure way to manage student fees. The system enables administrators to easily track payments, generate reports, and communicate with students, while students can view their fee status and make online payments. Our project demonstrates the effective use of web technologies</a:t>
            </a:r>
            <a:endParaRPr dirty="0" sz="2800"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30" name="Title 1"/>
          <p:cNvSpPr>
            <a:spLocks noGrp="1"/>
          </p:cNvSpPr>
          <p:nvPr>
            <p:ph type="title"/>
          </p:nvPr>
        </p:nvSpPr>
        <p:spPr>
          <a:xfrm>
            <a:off x="0" y="2132987"/>
            <a:ext cx="10515600" cy="2592025"/>
          </a:xfrm>
        </p:spPr>
        <p:txBody>
          <a:bodyPr>
            <a:normAutofit/>
          </a:bodyPr>
          <a:p>
            <a:pPr algn="ctr"/>
            <a:r>
              <a:rPr dirty="0" sz="9600" lang="en-US">
                <a:latin typeface="Centaur" panose="02030504050205020304" pitchFamily="18" charset="0"/>
              </a:rPr>
              <a:t>THANK YOU</a:t>
            </a:r>
          </a:p>
        </p:txBody>
      </p:sp>
    </p:spTree>
  </p:cSld>
  <p:clrMapOvr>
    <a:masterClrMapping/>
  </p:clrMapOvr>
</p:sld>
</file>

<file path=ppt/theme/theme1.xml><?xml version="1.0" encoding="utf-8"?>
<a:theme xmlns:a="http://schemas.openxmlformats.org/drawingml/2006/main" name="Facet">
  <a:themeElements>
    <a:clrScheme name="Facet">
      <a:dk1>
        <a:sysClr lastClr="000000" val="windowText"/>
      </a:dk1>
      <a:lt1>
        <a:sysClr lastClr="FFFFFF" val="window"/>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r="5400000" dist="25400" rotWithShape="0">
              <a:srgbClr val="000000">
                <a:alpha val="35000"/>
              </a:srgbClr>
            </a:outerShdw>
          </a:effectLst>
        </a:effectStyle>
        <a:effectStyle>
          <a:effectLst>
            <a:outerShdw blurRad="50800" dir="5400000" dist="38100" rotWithShape="0">
              <a:srgbClr val="000000">
                <a:alpha val="35000"/>
              </a:srgbClr>
            </a:outerShdw>
          </a:effectLst>
          <a:scene3d>
            <a:camera prst="orthographicFront">
              <a:rot lat="0" lon="0" rev="0"/>
            </a:camera>
            <a:lightRig dir="tl" rig="threePt"/>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CSE2258 WEB TECHNOLOGY</dc:title>
  <dc:creator>KRUTHIKA S</dc:creator>
  <cp:lastModifiedBy>Amulya .M</cp:lastModifiedBy>
  <dcterms:created xsi:type="dcterms:W3CDTF">2025-10-30T03:21:55Z</dcterms:created>
  <dcterms:modified xsi:type="dcterms:W3CDTF">2025-11-21T08:18:35Z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4b8a97aeb93548d2bdaae976ed15c5b0</vt:lpwstr>
  </property>
</Properties>
</file>